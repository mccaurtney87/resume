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6"/>
  </p:notesMasterIdLst>
  <p:sldIdLst>
    <p:sldId id="785" r:id="rId5"/>
  </p:sldIdLst>
  <p:sldSz cx="6858000" cy="11520488"/>
  <p:notesSz cx="6858000" cy="9144000"/>
  <p:custDataLst>
    <p:tags r:id="rId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253" userDrawn="1">
          <p15:clr>
            <a:srgbClr val="A4A3A4"/>
          </p15:clr>
        </p15:guide>
        <p15:guide id="2" orient="horz" pos="1290" userDrawn="1">
          <p15:clr>
            <a:srgbClr val="A4A3A4"/>
          </p15:clr>
        </p15:guide>
        <p15:guide id="3" orient="horz" pos="3104" userDrawn="1">
          <p15:clr>
            <a:srgbClr val="A4A3A4"/>
          </p15:clr>
        </p15:guide>
        <p15:guide id="4" pos="891" userDrawn="1">
          <p15:clr>
            <a:srgbClr val="A4A3A4"/>
          </p15:clr>
        </p15:guide>
        <p15:guide id="5" pos="216"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istrator" initials="A" lastIdx="7" clrIdx="0">
    <p:extLst>
      <p:ext uri="{19B8F6BF-5375-455C-9EA6-DF929625EA0E}">
        <p15:presenceInfo xmlns:p15="http://schemas.microsoft.com/office/powerpoint/2012/main" userId="Administrato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FBFBF"/>
    <a:srgbClr val="00338D"/>
    <a:srgbClr val="252973"/>
    <a:srgbClr val="0091DA"/>
    <a:srgbClr val="0070C0"/>
    <a:srgbClr val="FFC000"/>
    <a:srgbClr val="92D050"/>
    <a:srgbClr val="A79E70"/>
    <a:srgbClr val="000000"/>
    <a:srgbClr val="00206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35624FC-B9F6-437E-B4C6-7C91879BB0B3}" v="32" dt="2023-11-23T08:12:47.169"/>
    <p1510:client id="{A5F6616B-1A06-4749-9608-AA319BF17A31}" v="2" dt="2023-11-22T18:14:09.45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6710" autoAdjust="0"/>
    <p:restoredTop sz="94434" autoAdjust="0"/>
  </p:normalViewPr>
  <p:slideViewPr>
    <p:cSldViewPr snapToGrid="0" showGuides="1">
      <p:cViewPr>
        <p:scale>
          <a:sx n="150" d="100"/>
          <a:sy n="150" d="100"/>
        </p:scale>
        <p:origin x="1032" y="-2026"/>
      </p:cViewPr>
      <p:guideLst>
        <p:guide pos="4253"/>
        <p:guide orient="horz" pos="1290"/>
        <p:guide orient="horz" pos="3104"/>
        <p:guide pos="891"/>
        <p:guide pos="21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ommentAuthors" Target="commentAuthors.xml"/><Relationship Id="rId13"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tags" Target="tags/tag1.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ripathi, Rishabh" userId="cfd79da9-aac0-444e-a4e2-aab20ab3edcd" providerId="ADAL" clId="{B24A36CB-6F62-4791-BF7B-0F43D129C2CB}"/>
    <pc:docChg chg="undo custSel modSld">
      <pc:chgData name="Tripathi, Rishabh" userId="cfd79da9-aac0-444e-a4e2-aab20ab3edcd" providerId="ADAL" clId="{B24A36CB-6F62-4791-BF7B-0F43D129C2CB}" dt="2023-09-06T18:32:44.799" v="1007" actId="1076"/>
      <pc:docMkLst>
        <pc:docMk/>
      </pc:docMkLst>
      <pc:sldChg chg="addSp delSp modSp mod">
        <pc:chgData name="Tripathi, Rishabh" userId="cfd79da9-aac0-444e-a4e2-aab20ab3edcd" providerId="ADAL" clId="{B24A36CB-6F62-4791-BF7B-0F43D129C2CB}" dt="2023-09-06T18:32:44.799" v="1007" actId="1076"/>
        <pc:sldMkLst>
          <pc:docMk/>
          <pc:sldMk cId="2977925796" sldId="785"/>
        </pc:sldMkLst>
        <pc:spChg chg="del">
          <ac:chgData name="Tripathi, Rishabh" userId="cfd79da9-aac0-444e-a4e2-aab20ab3edcd" providerId="ADAL" clId="{B24A36CB-6F62-4791-BF7B-0F43D129C2CB}" dt="2023-09-06T06:06:59.585" v="0" actId="478"/>
          <ac:spMkLst>
            <pc:docMk/>
            <pc:sldMk cId="2977925796" sldId="785"/>
            <ac:spMk id="2" creationId="{00000000-0000-0000-0000-000000000000}"/>
          </ac:spMkLst>
        </pc:spChg>
        <pc:spChg chg="add del mod">
          <ac:chgData name="Tripathi, Rishabh" userId="cfd79da9-aac0-444e-a4e2-aab20ab3edcd" providerId="ADAL" clId="{B24A36CB-6F62-4791-BF7B-0F43D129C2CB}" dt="2023-09-06T06:08:44.612" v="13" actId="478"/>
          <ac:spMkLst>
            <pc:docMk/>
            <pc:sldMk cId="2977925796" sldId="785"/>
            <ac:spMk id="4" creationId="{9EDC4F71-C990-CEAB-ED4B-53F406D76D99}"/>
          </ac:spMkLst>
        </pc:spChg>
        <pc:spChg chg="add mod">
          <ac:chgData name="Tripathi, Rishabh" userId="cfd79da9-aac0-444e-a4e2-aab20ab3edcd" providerId="ADAL" clId="{B24A36CB-6F62-4791-BF7B-0F43D129C2CB}" dt="2023-09-06T16:17:28.185" v="899" actId="1076"/>
          <ac:spMkLst>
            <pc:docMk/>
            <pc:sldMk cId="2977925796" sldId="785"/>
            <ac:spMk id="5" creationId="{C8A82FA1-A640-6E7F-83D2-83BB764AE830}"/>
          </ac:spMkLst>
        </pc:spChg>
        <pc:spChg chg="add mod">
          <ac:chgData name="Tripathi, Rishabh" userId="cfd79da9-aac0-444e-a4e2-aab20ab3edcd" providerId="ADAL" clId="{B24A36CB-6F62-4791-BF7B-0F43D129C2CB}" dt="2023-09-06T18:31:00.305" v="1006" actId="14100"/>
          <ac:spMkLst>
            <pc:docMk/>
            <pc:sldMk cId="2977925796" sldId="785"/>
            <ac:spMk id="6" creationId="{F108E6DE-D731-EED2-F76C-32D5A2DB65DB}"/>
          </ac:spMkLst>
        </pc:spChg>
        <pc:spChg chg="add mod">
          <ac:chgData name="Tripathi, Rishabh" userId="cfd79da9-aac0-444e-a4e2-aab20ab3edcd" providerId="ADAL" clId="{B24A36CB-6F62-4791-BF7B-0F43D129C2CB}" dt="2023-09-06T16:17:38.860" v="901" actId="1076"/>
          <ac:spMkLst>
            <pc:docMk/>
            <pc:sldMk cId="2977925796" sldId="785"/>
            <ac:spMk id="7" creationId="{7F7705BC-BCC0-127B-19D6-EDA701B42130}"/>
          </ac:spMkLst>
        </pc:spChg>
        <pc:spChg chg="add mod">
          <ac:chgData name="Tripathi, Rishabh" userId="cfd79da9-aac0-444e-a4e2-aab20ab3edcd" providerId="ADAL" clId="{B24A36CB-6F62-4791-BF7B-0F43D129C2CB}" dt="2023-09-06T06:09:34.799" v="18" actId="1076"/>
          <ac:spMkLst>
            <pc:docMk/>
            <pc:sldMk cId="2977925796" sldId="785"/>
            <ac:spMk id="11" creationId="{E98FD351-DCB3-5E67-700D-2531A16FD028}"/>
          </ac:spMkLst>
        </pc:spChg>
        <pc:spChg chg="del">
          <ac:chgData name="Tripathi, Rishabh" userId="cfd79da9-aac0-444e-a4e2-aab20ab3edcd" providerId="ADAL" clId="{B24A36CB-6F62-4791-BF7B-0F43D129C2CB}" dt="2023-09-06T06:06:59.585" v="0" actId="478"/>
          <ac:spMkLst>
            <pc:docMk/>
            <pc:sldMk cId="2977925796" sldId="785"/>
            <ac:spMk id="12" creationId="{00000000-0000-0000-0000-000000000000}"/>
          </ac:spMkLst>
        </pc:spChg>
        <pc:spChg chg="del">
          <ac:chgData name="Tripathi, Rishabh" userId="cfd79da9-aac0-444e-a4e2-aab20ab3edcd" providerId="ADAL" clId="{B24A36CB-6F62-4791-BF7B-0F43D129C2CB}" dt="2023-09-06T06:06:59.585" v="0" actId="478"/>
          <ac:spMkLst>
            <pc:docMk/>
            <pc:sldMk cId="2977925796" sldId="785"/>
            <ac:spMk id="18" creationId="{00000000-0000-0000-0000-000000000000}"/>
          </ac:spMkLst>
        </pc:spChg>
        <pc:spChg chg="del">
          <ac:chgData name="Tripathi, Rishabh" userId="cfd79da9-aac0-444e-a4e2-aab20ab3edcd" providerId="ADAL" clId="{B24A36CB-6F62-4791-BF7B-0F43D129C2CB}" dt="2023-09-06T06:06:59.585" v="0" actId="478"/>
          <ac:spMkLst>
            <pc:docMk/>
            <pc:sldMk cId="2977925796" sldId="785"/>
            <ac:spMk id="19" creationId="{00000000-0000-0000-0000-000000000000}"/>
          </ac:spMkLst>
        </pc:spChg>
        <pc:spChg chg="del">
          <ac:chgData name="Tripathi, Rishabh" userId="cfd79da9-aac0-444e-a4e2-aab20ab3edcd" providerId="ADAL" clId="{B24A36CB-6F62-4791-BF7B-0F43D129C2CB}" dt="2023-09-06T06:06:59.585" v="0" actId="478"/>
          <ac:spMkLst>
            <pc:docMk/>
            <pc:sldMk cId="2977925796" sldId="785"/>
            <ac:spMk id="86" creationId="{00000000-0000-0000-0000-000000000000}"/>
          </ac:spMkLst>
        </pc:spChg>
        <pc:picChg chg="del">
          <ac:chgData name="Tripathi, Rishabh" userId="cfd79da9-aac0-444e-a4e2-aab20ab3edcd" providerId="ADAL" clId="{B24A36CB-6F62-4791-BF7B-0F43D129C2CB}" dt="2023-09-06T06:06:59.585" v="0" actId="478"/>
          <ac:picMkLst>
            <pc:docMk/>
            <pc:sldMk cId="2977925796" sldId="785"/>
            <ac:picMk id="8" creationId="{FD7E4F3C-EB18-4F50-B53A-DA5DB56EE375}"/>
          </ac:picMkLst>
        </pc:picChg>
        <pc:picChg chg="add mod">
          <ac:chgData name="Tripathi, Rishabh" userId="cfd79da9-aac0-444e-a4e2-aab20ab3edcd" providerId="ADAL" clId="{B24A36CB-6F62-4791-BF7B-0F43D129C2CB}" dt="2023-09-06T18:32:44.799" v="1007" actId="1076"/>
          <ac:picMkLst>
            <pc:docMk/>
            <pc:sldMk cId="2977925796" sldId="785"/>
            <ac:picMk id="9" creationId="{BDC25DBC-4FD1-FA88-7833-F47EE4AF7ACA}"/>
          </ac:picMkLst>
        </pc:picChg>
        <pc:picChg chg="add del mod">
          <ac:chgData name="Tripathi, Rishabh" userId="cfd79da9-aac0-444e-a4e2-aab20ab3edcd" providerId="ADAL" clId="{B24A36CB-6F62-4791-BF7B-0F43D129C2CB}" dt="2023-09-06T06:09:18.650" v="15"/>
          <ac:picMkLst>
            <pc:docMk/>
            <pc:sldMk cId="2977925796" sldId="785"/>
            <ac:picMk id="10" creationId="{50B2815D-1F3E-3D77-9D36-62B9BE90B04D}"/>
          </ac:picMkLst>
        </pc:picChg>
      </pc:sldChg>
    </pc:docChg>
  </pc:docChgLst>
  <pc:docChgLst>
    <pc:chgData name="Tripathi, Rishabh" userId="cfd79da9-aac0-444e-a4e2-aab20ab3edcd" providerId="ADAL" clId="{073F2D91-6EC8-44BA-9202-C15087CC0951}"/>
    <pc:docChg chg="custSel modSld">
      <pc:chgData name="Tripathi, Rishabh" userId="cfd79da9-aac0-444e-a4e2-aab20ab3edcd" providerId="ADAL" clId="{073F2D91-6EC8-44BA-9202-C15087CC0951}" dt="2022-05-10T12:08:14.435" v="390" actId="5793"/>
      <pc:docMkLst>
        <pc:docMk/>
      </pc:docMkLst>
      <pc:sldChg chg="modSp mod">
        <pc:chgData name="Tripathi, Rishabh" userId="cfd79da9-aac0-444e-a4e2-aab20ab3edcd" providerId="ADAL" clId="{073F2D91-6EC8-44BA-9202-C15087CC0951}" dt="2022-05-10T12:08:14.435" v="390" actId="5793"/>
        <pc:sldMkLst>
          <pc:docMk/>
          <pc:sldMk cId="2977925796" sldId="785"/>
        </pc:sldMkLst>
        <pc:spChg chg="mod">
          <ac:chgData name="Tripathi, Rishabh" userId="cfd79da9-aac0-444e-a4e2-aab20ab3edcd" providerId="ADAL" clId="{073F2D91-6EC8-44BA-9202-C15087CC0951}" dt="2022-05-10T12:08:14.435" v="390" actId="5793"/>
          <ac:spMkLst>
            <pc:docMk/>
            <pc:sldMk cId="2977925796" sldId="785"/>
            <ac:spMk id="18" creationId="{00000000-0000-0000-0000-000000000000}"/>
          </ac:spMkLst>
        </pc:spChg>
        <pc:spChg chg="mod">
          <ac:chgData name="Tripathi, Rishabh" userId="cfd79da9-aac0-444e-a4e2-aab20ab3edcd" providerId="ADAL" clId="{073F2D91-6EC8-44BA-9202-C15087CC0951}" dt="2022-05-10T12:02:23.337" v="224" actId="20577"/>
          <ac:spMkLst>
            <pc:docMk/>
            <pc:sldMk cId="2977925796" sldId="785"/>
            <ac:spMk id="19" creationId="{00000000-0000-0000-0000-000000000000}"/>
          </ac:spMkLst>
        </pc:spChg>
        <pc:picChg chg="mod">
          <ac:chgData name="Tripathi, Rishabh" userId="cfd79da9-aac0-444e-a4e2-aab20ab3edcd" providerId="ADAL" clId="{073F2D91-6EC8-44BA-9202-C15087CC0951}" dt="2022-05-10T12:07:54.427" v="387" actId="14100"/>
          <ac:picMkLst>
            <pc:docMk/>
            <pc:sldMk cId="2977925796" sldId="785"/>
            <ac:picMk id="8" creationId="{FD7E4F3C-EB18-4F50-B53A-DA5DB56EE375}"/>
          </ac:picMkLst>
        </pc:picChg>
      </pc:sldChg>
    </pc:docChg>
  </pc:docChgLst>
  <pc:docChgLst>
    <pc:chgData name="Tripathi, Rishabh" userId="cfd79da9-aac0-444e-a4e2-aab20ab3edcd" providerId="ADAL" clId="{FAC2D39A-3725-416A-8CEE-B36825622C39}"/>
    <pc:docChg chg="undo custSel modSld">
      <pc:chgData name="Tripathi, Rishabh" userId="cfd79da9-aac0-444e-a4e2-aab20ab3edcd" providerId="ADAL" clId="{FAC2D39A-3725-416A-8CEE-B36825622C39}" dt="2022-02-07T05:51:58.768" v="2344" actId="20577"/>
      <pc:docMkLst>
        <pc:docMk/>
      </pc:docMkLst>
      <pc:sldChg chg="modSp mod">
        <pc:chgData name="Tripathi, Rishabh" userId="cfd79da9-aac0-444e-a4e2-aab20ab3edcd" providerId="ADAL" clId="{FAC2D39A-3725-416A-8CEE-B36825622C39}" dt="2022-02-07T05:51:58.768" v="2344" actId="20577"/>
        <pc:sldMkLst>
          <pc:docMk/>
          <pc:sldMk cId="2977925796" sldId="785"/>
        </pc:sldMkLst>
        <pc:spChg chg="mod">
          <ac:chgData name="Tripathi, Rishabh" userId="cfd79da9-aac0-444e-a4e2-aab20ab3edcd" providerId="ADAL" clId="{FAC2D39A-3725-416A-8CEE-B36825622C39}" dt="2022-02-07T05:51:58.768" v="2344" actId="20577"/>
          <ac:spMkLst>
            <pc:docMk/>
            <pc:sldMk cId="2977925796" sldId="785"/>
            <ac:spMk id="18" creationId="{00000000-0000-0000-0000-000000000000}"/>
          </ac:spMkLst>
        </pc:spChg>
        <pc:spChg chg="mod">
          <ac:chgData name="Tripathi, Rishabh" userId="cfd79da9-aac0-444e-a4e2-aab20ab3edcd" providerId="ADAL" clId="{FAC2D39A-3725-416A-8CEE-B36825622C39}" dt="2022-02-07T05:50:19.315" v="2266" actId="14100"/>
          <ac:spMkLst>
            <pc:docMk/>
            <pc:sldMk cId="2977925796" sldId="785"/>
            <ac:spMk id="19" creationId="{00000000-0000-0000-0000-000000000000}"/>
          </ac:spMkLst>
        </pc:spChg>
      </pc:sldChg>
    </pc:docChg>
  </pc:docChgLst>
  <pc:docChgLst>
    <pc:chgData name="Tripathi, Rishabh" userId="cfd79da9-aac0-444e-a4e2-aab20ab3edcd" providerId="ADAL" clId="{735624FC-B9F6-437E-B4C6-7C91879BB0B3}"/>
    <pc:docChg chg="undo custSel delSld modSld modMainMaster modNotesMaster">
      <pc:chgData name="Tripathi, Rishabh" userId="cfd79da9-aac0-444e-a4e2-aab20ab3edcd" providerId="ADAL" clId="{735624FC-B9F6-437E-B4C6-7C91879BB0B3}" dt="2023-11-23T08:19:23.815" v="4317" actId="1076"/>
      <pc:docMkLst>
        <pc:docMk/>
      </pc:docMkLst>
      <pc:sldChg chg="addSp delSp modSp mod chgLayout modNotes">
        <pc:chgData name="Tripathi, Rishabh" userId="cfd79da9-aac0-444e-a4e2-aab20ab3edcd" providerId="ADAL" clId="{735624FC-B9F6-437E-B4C6-7C91879BB0B3}" dt="2023-11-23T08:19:23.815" v="4317" actId="1076"/>
        <pc:sldMkLst>
          <pc:docMk/>
          <pc:sldMk cId="2977925796" sldId="785"/>
        </pc:sldMkLst>
        <pc:spChg chg="add del mod ord">
          <ac:chgData name="Tripathi, Rishabh" userId="cfd79da9-aac0-444e-a4e2-aab20ab3edcd" providerId="ADAL" clId="{735624FC-B9F6-437E-B4C6-7C91879BB0B3}" dt="2023-11-22T18:20:12.509" v="40" actId="478"/>
          <ac:spMkLst>
            <pc:docMk/>
            <pc:sldMk cId="2977925796" sldId="785"/>
            <ac:spMk id="2" creationId="{D383E333-28C9-6979-C6DC-1BD15BBA3C2D}"/>
          </ac:spMkLst>
        </pc:spChg>
        <pc:spChg chg="add mod">
          <ac:chgData name="Tripathi, Rishabh" userId="cfd79da9-aac0-444e-a4e2-aab20ab3edcd" providerId="ADAL" clId="{735624FC-B9F6-437E-B4C6-7C91879BB0B3}" dt="2023-11-23T08:16:58.750" v="4284" actId="255"/>
          <ac:spMkLst>
            <pc:docMk/>
            <pc:sldMk cId="2977925796" sldId="785"/>
            <ac:spMk id="3" creationId="{CEE4E18B-CE2E-7213-6947-6B7A2E12B10F}"/>
          </ac:spMkLst>
        </pc:spChg>
        <pc:spChg chg="add mod">
          <ac:chgData name="Tripathi, Rishabh" userId="cfd79da9-aac0-444e-a4e2-aab20ab3edcd" providerId="ADAL" clId="{735624FC-B9F6-437E-B4C6-7C91879BB0B3}" dt="2023-11-23T08:19:20.623" v="4316" actId="14100"/>
          <ac:spMkLst>
            <pc:docMk/>
            <pc:sldMk cId="2977925796" sldId="785"/>
            <ac:spMk id="4" creationId="{E0D76278-1686-46BC-F42C-147713E49757}"/>
          </ac:spMkLst>
        </pc:spChg>
        <pc:spChg chg="mod">
          <ac:chgData name="Tripathi, Rishabh" userId="cfd79da9-aac0-444e-a4e2-aab20ab3edcd" providerId="ADAL" clId="{735624FC-B9F6-437E-B4C6-7C91879BB0B3}" dt="2023-11-23T08:17:18.225" v="4285" actId="1076"/>
          <ac:spMkLst>
            <pc:docMk/>
            <pc:sldMk cId="2977925796" sldId="785"/>
            <ac:spMk id="5" creationId="{C8A82FA1-A640-6E7F-83D2-83BB764AE830}"/>
          </ac:spMkLst>
        </pc:spChg>
        <pc:spChg chg="del mod">
          <ac:chgData name="Tripathi, Rishabh" userId="cfd79da9-aac0-444e-a4e2-aab20ab3edcd" providerId="ADAL" clId="{735624FC-B9F6-437E-B4C6-7C91879BB0B3}" dt="2023-11-22T18:25:20.231" v="65" actId="478"/>
          <ac:spMkLst>
            <pc:docMk/>
            <pc:sldMk cId="2977925796" sldId="785"/>
            <ac:spMk id="6" creationId="{F108E6DE-D731-EED2-F76C-32D5A2DB65DB}"/>
          </ac:spMkLst>
        </pc:spChg>
        <pc:spChg chg="del mod">
          <ac:chgData name="Tripathi, Rishabh" userId="cfd79da9-aac0-444e-a4e2-aab20ab3edcd" providerId="ADAL" clId="{735624FC-B9F6-437E-B4C6-7C91879BB0B3}" dt="2023-11-22T18:25:44.633" v="66" actId="478"/>
          <ac:spMkLst>
            <pc:docMk/>
            <pc:sldMk cId="2977925796" sldId="785"/>
            <ac:spMk id="7" creationId="{7F7705BC-BCC0-127B-19D6-EDA701B42130}"/>
          </ac:spMkLst>
        </pc:spChg>
        <pc:spChg chg="mod ord">
          <ac:chgData name="Tripathi, Rishabh" userId="cfd79da9-aac0-444e-a4e2-aab20ab3edcd" providerId="ADAL" clId="{735624FC-B9F6-437E-B4C6-7C91879BB0B3}" dt="2023-11-23T07:58:02.740" v="4240" actId="207"/>
          <ac:spMkLst>
            <pc:docMk/>
            <pc:sldMk cId="2977925796" sldId="785"/>
            <ac:spMk id="11" creationId="{E98FD351-DCB3-5E67-700D-2531A16FD028}"/>
          </ac:spMkLst>
        </pc:spChg>
        <pc:picChg chg="add mod">
          <ac:chgData name="Tripathi, Rishabh" userId="cfd79da9-aac0-444e-a4e2-aab20ab3edcd" providerId="ADAL" clId="{735624FC-B9F6-437E-B4C6-7C91879BB0B3}" dt="2023-11-23T05:05:51.537" v="1971" actId="1076"/>
          <ac:picMkLst>
            <pc:docMk/>
            <pc:sldMk cId="2977925796" sldId="785"/>
            <ac:picMk id="6" creationId="{F1C4FE54-79B2-CF1B-7C38-DAE636178F6D}"/>
          </ac:picMkLst>
        </pc:picChg>
        <pc:picChg chg="add mod">
          <ac:chgData name="Tripathi, Rishabh" userId="cfd79da9-aac0-444e-a4e2-aab20ab3edcd" providerId="ADAL" clId="{735624FC-B9F6-437E-B4C6-7C91879BB0B3}" dt="2023-11-23T08:19:23.815" v="4317" actId="1076"/>
          <ac:picMkLst>
            <pc:docMk/>
            <pc:sldMk cId="2977925796" sldId="785"/>
            <ac:picMk id="8" creationId="{381F3C57-47BF-7DD7-EC1F-87EAA50FE20F}"/>
          </ac:picMkLst>
        </pc:picChg>
        <pc:picChg chg="add mod">
          <ac:chgData name="Tripathi, Rishabh" userId="cfd79da9-aac0-444e-a4e2-aab20ab3edcd" providerId="ADAL" clId="{735624FC-B9F6-437E-B4C6-7C91879BB0B3}" dt="2023-11-23T05:12:48.343" v="2068" actId="1076"/>
          <ac:picMkLst>
            <pc:docMk/>
            <pc:sldMk cId="2977925796" sldId="785"/>
            <ac:picMk id="9" creationId="{151E5B1C-4983-8778-A335-B9AE95C4E668}"/>
          </ac:picMkLst>
        </pc:picChg>
        <pc:picChg chg="del mod">
          <ac:chgData name="Tripathi, Rishabh" userId="cfd79da9-aac0-444e-a4e2-aab20ab3edcd" providerId="ADAL" clId="{735624FC-B9F6-437E-B4C6-7C91879BB0B3}" dt="2023-11-22T18:25:59.833" v="68" actId="478"/>
          <ac:picMkLst>
            <pc:docMk/>
            <pc:sldMk cId="2977925796" sldId="785"/>
            <ac:picMk id="9" creationId="{BDC25DBC-4FD1-FA88-7833-F47EE4AF7ACA}"/>
          </ac:picMkLst>
        </pc:picChg>
        <pc:picChg chg="add mod">
          <ac:chgData name="Tripathi, Rishabh" userId="cfd79da9-aac0-444e-a4e2-aab20ab3edcd" providerId="ADAL" clId="{735624FC-B9F6-437E-B4C6-7C91879BB0B3}" dt="2023-11-23T05:15:23.019" v="2080" actId="1076"/>
          <ac:picMkLst>
            <pc:docMk/>
            <pc:sldMk cId="2977925796" sldId="785"/>
            <ac:picMk id="12" creationId="{5A0D9EC6-2F92-4E52-E24D-0A6E124BDAAE}"/>
          </ac:picMkLst>
        </pc:picChg>
        <pc:picChg chg="add mod">
          <ac:chgData name="Tripathi, Rishabh" userId="cfd79da9-aac0-444e-a4e2-aab20ab3edcd" providerId="ADAL" clId="{735624FC-B9F6-437E-B4C6-7C91879BB0B3}" dt="2023-11-23T05:26:13.967" v="2090" actId="1076"/>
          <ac:picMkLst>
            <pc:docMk/>
            <pc:sldMk cId="2977925796" sldId="785"/>
            <ac:picMk id="14" creationId="{CA7C30A1-A8A7-39B9-4064-159A81B3F378}"/>
          </ac:picMkLst>
        </pc:picChg>
        <pc:picChg chg="add mod">
          <ac:chgData name="Tripathi, Rishabh" userId="cfd79da9-aac0-444e-a4e2-aab20ab3edcd" providerId="ADAL" clId="{735624FC-B9F6-437E-B4C6-7C91879BB0B3}" dt="2023-11-23T05:28:10.637" v="2098" actId="1076"/>
          <ac:picMkLst>
            <pc:docMk/>
            <pc:sldMk cId="2977925796" sldId="785"/>
            <ac:picMk id="16" creationId="{51A45285-498A-C9A2-4C7E-48425BBBCABD}"/>
          </ac:picMkLst>
        </pc:picChg>
      </pc:sldChg>
      <pc:sldChg chg="del">
        <pc:chgData name="Tripathi, Rishabh" userId="cfd79da9-aac0-444e-a4e2-aab20ab3edcd" providerId="ADAL" clId="{735624FC-B9F6-437E-B4C6-7C91879BB0B3}" dt="2023-11-23T04:54:37.904" v="1756" actId="2696"/>
        <pc:sldMkLst>
          <pc:docMk/>
          <pc:sldMk cId="2138515364" sldId="786"/>
        </pc:sldMkLst>
      </pc:sldChg>
      <pc:sldMasterChg chg="delSp modSp mod modSldLayout">
        <pc:chgData name="Tripathi, Rishabh" userId="cfd79da9-aac0-444e-a4e2-aab20ab3edcd" providerId="ADAL" clId="{735624FC-B9F6-437E-B4C6-7C91879BB0B3}" dt="2023-11-22T18:28:23.120" v="71" actId="478"/>
        <pc:sldMasterMkLst>
          <pc:docMk/>
          <pc:sldMasterMk cId="3521449419" sldId="2147483660"/>
        </pc:sldMasterMkLst>
        <pc:spChg chg="mod">
          <ac:chgData name="Tripathi, Rishabh" userId="cfd79da9-aac0-444e-a4e2-aab20ab3edcd" providerId="ADAL" clId="{735624FC-B9F6-437E-B4C6-7C91879BB0B3}" dt="2023-11-22T18:15:31.835" v="1"/>
          <ac:spMkLst>
            <pc:docMk/>
            <pc:sldMasterMk cId="3521449419" sldId="2147483660"/>
            <ac:spMk id="2" creationId="{00000000-0000-0000-0000-000000000000}"/>
          </ac:spMkLst>
        </pc:spChg>
        <pc:spChg chg="mod">
          <ac:chgData name="Tripathi, Rishabh" userId="cfd79da9-aac0-444e-a4e2-aab20ab3edcd" providerId="ADAL" clId="{735624FC-B9F6-437E-B4C6-7C91879BB0B3}" dt="2023-11-22T18:15:31.835" v="1"/>
          <ac:spMkLst>
            <pc:docMk/>
            <pc:sldMasterMk cId="3521449419" sldId="2147483660"/>
            <ac:spMk id="3" creationId="{00000000-0000-0000-0000-000000000000}"/>
          </ac:spMkLst>
        </pc:spChg>
        <pc:spChg chg="del mod">
          <ac:chgData name="Tripathi, Rishabh" userId="cfd79da9-aac0-444e-a4e2-aab20ab3edcd" providerId="ADAL" clId="{735624FC-B9F6-437E-B4C6-7C91879BB0B3}" dt="2023-11-22T18:28:23.120" v="71" actId="478"/>
          <ac:spMkLst>
            <pc:docMk/>
            <pc:sldMasterMk cId="3521449419" sldId="2147483660"/>
            <ac:spMk id="29" creationId="{00000000-0000-0000-0000-000000000000}"/>
          </ac:spMkLst>
        </pc:spChg>
        <pc:spChg chg="del mod">
          <ac:chgData name="Tripathi, Rishabh" userId="cfd79da9-aac0-444e-a4e2-aab20ab3edcd" providerId="ADAL" clId="{735624FC-B9F6-437E-B4C6-7C91879BB0B3}" dt="2023-11-22T18:28:20.705" v="70" actId="478"/>
          <ac:spMkLst>
            <pc:docMk/>
            <pc:sldMasterMk cId="3521449419" sldId="2147483660"/>
            <ac:spMk id="30" creationId="{00000000-0000-0000-0000-000000000000}"/>
          </ac:spMkLst>
        </pc:spChg>
        <pc:sldLayoutChg chg="addSp delSp modSp mod">
          <pc:chgData name="Tripathi, Rishabh" userId="cfd79da9-aac0-444e-a4e2-aab20ab3edcd" providerId="ADAL" clId="{735624FC-B9F6-437E-B4C6-7C91879BB0B3}" dt="2023-11-22T18:28:12.839" v="69" actId="478"/>
          <pc:sldLayoutMkLst>
            <pc:docMk/>
            <pc:sldMasterMk cId="3521449419" sldId="2147483660"/>
            <pc:sldLayoutMk cId="1086707192" sldId="2147483666"/>
          </pc:sldLayoutMkLst>
          <pc:spChg chg="del mod">
            <ac:chgData name="Tripathi, Rishabh" userId="cfd79da9-aac0-444e-a4e2-aab20ab3edcd" providerId="ADAL" clId="{735624FC-B9F6-437E-B4C6-7C91879BB0B3}" dt="2023-11-22T18:17:17.873" v="9" actId="478"/>
            <ac:spMkLst>
              <pc:docMk/>
              <pc:sldMasterMk cId="3521449419" sldId="2147483660"/>
              <pc:sldLayoutMk cId="1086707192" sldId="2147483666"/>
              <ac:spMk id="3" creationId="{00000000-0000-0000-0000-000000000000}"/>
            </ac:spMkLst>
          </pc:spChg>
          <pc:spChg chg="del mod">
            <ac:chgData name="Tripathi, Rishabh" userId="cfd79da9-aac0-444e-a4e2-aab20ab3edcd" providerId="ADAL" clId="{735624FC-B9F6-437E-B4C6-7C91879BB0B3}" dt="2023-11-22T18:17:21.035" v="10" actId="478"/>
            <ac:spMkLst>
              <pc:docMk/>
              <pc:sldMasterMk cId="3521449419" sldId="2147483660"/>
              <pc:sldLayoutMk cId="1086707192" sldId="2147483666"/>
              <ac:spMk id="4" creationId="{00000000-0000-0000-0000-000000000000}"/>
            </ac:spMkLst>
          </pc:spChg>
          <pc:spChg chg="add mod">
            <ac:chgData name="Tripathi, Rishabh" userId="cfd79da9-aac0-444e-a4e2-aab20ab3edcd" providerId="ADAL" clId="{735624FC-B9F6-437E-B4C6-7C91879BB0B3}" dt="2023-11-22T18:17:48.138" v="14" actId="207"/>
            <ac:spMkLst>
              <pc:docMk/>
              <pc:sldMasterMk cId="3521449419" sldId="2147483660"/>
              <pc:sldLayoutMk cId="1086707192" sldId="2147483666"/>
              <ac:spMk id="5" creationId="{52607900-8779-947E-288D-05BB9FA10313}"/>
            </ac:spMkLst>
          </pc:spChg>
          <pc:spChg chg="del mod">
            <ac:chgData name="Tripathi, Rishabh" userId="cfd79da9-aac0-444e-a4e2-aab20ab3edcd" providerId="ADAL" clId="{735624FC-B9F6-437E-B4C6-7C91879BB0B3}" dt="2023-11-22T18:28:12.839" v="69" actId="478"/>
            <ac:spMkLst>
              <pc:docMk/>
              <pc:sldMasterMk cId="3521449419" sldId="2147483660"/>
              <pc:sldLayoutMk cId="1086707192" sldId="2147483666"/>
              <ac:spMk id="40" creationId="{00000000-0000-0000-0000-000000000000}"/>
            </ac:spMkLst>
          </pc:spChg>
          <pc:picChg chg="del mod">
            <ac:chgData name="Tripathi, Rishabh" userId="cfd79da9-aac0-444e-a4e2-aab20ab3edcd" providerId="ADAL" clId="{735624FC-B9F6-437E-B4C6-7C91879BB0B3}" dt="2023-11-22T18:17:02.961" v="7" actId="478"/>
            <ac:picMkLst>
              <pc:docMk/>
              <pc:sldMasterMk cId="3521449419" sldId="2147483660"/>
              <pc:sldLayoutMk cId="1086707192" sldId="2147483666"/>
              <ac:picMk id="2" creationId="{00000000-0000-0000-0000-000000000000}"/>
            </ac:picMkLst>
          </pc:picChg>
        </pc:sldLayoutChg>
        <pc:sldLayoutChg chg="modSp">
          <pc:chgData name="Tripathi, Rishabh" userId="cfd79da9-aac0-444e-a4e2-aab20ab3edcd" providerId="ADAL" clId="{735624FC-B9F6-437E-B4C6-7C91879BB0B3}" dt="2023-11-22T18:15:31.835" v="1"/>
          <pc:sldLayoutMkLst>
            <pc:docMk/>
            <pc:sldMasterMk cId="3521449419" sldId="2147483660"/>
            <pc:sldLayoutMk cId="3267273653" sldId="2147483667"/>
          </pc:sldLayoutMkLst>
          <pc:spChg chg="mod">
            <ac:chgData name="Tripathi, Rishabh" userId="cfd79da9-aac0-444e-a4e2-aab20ab3edcd" providerId="ADAL" clId="{735624FC-B9F6-437E-B4C6-7C91879BB0B3}" dt="2023-11-22T18:15:31.835" v="1"/>
            <ac:spMkLst>
              <pc:docMk/>
              <pc:sldMasterMk cId="3521449419" sldId="2147483660"/>
              <pc:sldLayoutMk cId="3267273653" sldId="2147483667"/>
              <ac:spMk id="10" creationId="{00000000-0000-0000-0000-000000000000}"/>
            </ac:spMkLst>
          </pc:spChg>
          <pc:spChg chg="mod">
            <ac:chgData name="Tripathi, Rishabh" userId="cfd79da9-aac0-444e-a4e2-aab20ab3edcd" providerId="ADAL" clId="{735624FC-B9F6-437E-B4C6-7C91879BB0B3}" dt="2023-11-22T18:15:31.835" v="1"/>
            <ac:spMkLst>
              <pc:docMk/>
              <pc:sldMasterMk cId="3521449419" sldId="2147483660"/>
              <pc:sldLayoutMk cId="3267273653" sldId="2147483667"/>
              <ac:spMk id="11" creationId="{00000000-0000-0000-0000-000000000000}"/>
            </ac:spMkLst>
          </pc:spChg>
          <pc:spChg chg="mod">
            <ac:chgData name="Tripathi, Rishabh" userId="cfd79da9-aac0-444e-a4e2-aab20ab3edcd" providerId="ADAL" clId="{735624FC-B9F6-437E-B4C6-7C91879BB0B3}" dt="2023-11-22T18:15:31.835" v="1"/>
            <ac:spMkLst>
              <pc:docMk/>
              <pc:sldMasterMk cId="3521449419" sldId="2147483660"/>
              <pc:sldLayoutMk cId="3267273653" sldId="2147483667"/>
              <ac:spMk id="13" creationId="{00000000-0000-0000-0000-000000000000}"/>
            </ac:spMkLst>
          </pc:spChg>
          <pc:spChg chg="mod">
            <ac:chgData name="Tripathi, Rishabh" userId="cfd79da9-aac0-444e-a4e2-aab20ab3edcd" providerId="ADAL" clId="{735624FC-B9F6-437E-B4C6-7C91879BB0B3}" dt="2023-11-22T18:15:31.835" v="1"/>
            <ac:spMkLst>
              <pc:docMk/>
              <pc:sldMasterMk cId="3521449419" sldId="2147483660"/>
              <pc:sldLayoutMk cId="3267273653" sldId="2147483667"/>
              <ac:spMk id="14" creationId="{00000000-0000-0000-0000-000000000000}"/>
            </ac:spMkLst>
          </pc:spChg>
          <pc:spChg chg="mod">
            <ac:chgData name="Tripathi, Rishabh" userId="cfd79da9-aac0-444e-a4e2-aab20ab3edcd" providerId="ADAL" clId="{735624FC-B9F6-437E-B4C6-7C91879BB0B3}" dt="2023-11-22T18:15:31.835" v="1"/>
            <ac:spMkLst>
              <pc:docMk/>
              <pc:sldMasterMk cId="3521449419" sldId="2147483660"/>
              <pc:sldLayoutMk cId="3267273653" sldId="2147483667"/>
              <ac:spMk id="15" creationId="{00000000-0000-0000-0000-000000000000}"/>
            </ac:spMkLst>
          </pc:spChg>
          <pc:spChg chg="mod">
            <ac:chgData name="Tripathi, Rishabh" userId="cfd79da9-aac0-444e-a4e2-aab20ab3edcd" providerId="ADAL" clId="{735624FC-B9F6-437E-B4C6-7C91879BB0B3}" dt="2023-11-22T18:15:31.835" v="1"/>
            <ac:spMkLst>
              <pc:docMk/>
              <pc:sldMasterMk cId="3521449419" sldId="2147483660"/>
              <pc:sldLayoutMk cId="3267273653" sldId="2147483667"/>
              <ac:spMk id="16" creationId="{00000000-0000-0000-0000-000000000000}"/>
            </ac:spMkLst>
          </pc:spChg>
          <pc:spChg chg="mod">
            <ac:chgData name="Tripathi, Rishabh" userId="cfd79da9-aac0-444e-a4e2-aab20ab3edcd" providerId="ADAL" clId="{735624FC-B9F6-437E-B4C6-7C91879BB0B3}" dt="2023-11-22T18:15:31.835" v="1"/>
            <ac:spMkLst>
              <pc:docMk/>
              <pc:sldMasterMk cId="3521449419" sldId="2147483660"/>
              <pc:sldLayoutMk cId="3267273653" sldId="2147483667"/>
              <ac:spMk id="23" creationId="{00000000-0000-0000-0000-000000000000}"/>
            </ac:spMkLst>
          </pc:spChg>
          <pc:spChg chg="mod">
            <ac:chgData name="Tripathi, Rishabh" userId="cfd79da9-aac0-444e-a4e2-aab20ab3edcd" providerId="ADAL" clId="{735624FC-B9F6-437E-B4C6-7C91879BB0B3}" dt="2023-11-22T18:15:31.835" v="1"/>
            <ac:spMkLst>
              <pc:docMk/>
              <pc:sldMasterMk cId="3521449419" sldId="2147483660"/>
              <pc:sldLayoutMk cId="3267273653" sldId="2147483667"/>
              <ac:spMk id="24" creationId="{00000000-0000-0000-0000-000000000000}"/>
            </ac:spMkLst>
          </pc:spChg>
          <pc:picChg chg="mod">
            <ac:chgData name="Tripathi, Rishabh" userId="cfd79da9-aac0-444e-a4e2-aab20ab3edcd" providerId="ADAL" clId="{735624FC-B9F6-437E-B4C6-7C91879BB0B3}" dt="2023-11-22T18:15:31.835" v="1"/>
            <ac:picMkLst>
              <pc:docMk/>
              <pc:sldMasterMk cId="3521449419" sldId="2147483660"/>
              <pc:sldLayoutMk cId="3267273653" sldId="2147483667"/>
              <ac:picMk id="25" creationId="{00000000-0000-0000-0000-000000000000}"/>
            </ac:picMkLst>
          </pc:picChg>
          <pc:picChg chg="mod">
            <ac:chgData name="Tripathi, Rishabh" userId="cfd79da9-aac0-444e-a4e2-aab20ab3edcd" providerId="ADAL" clId="{735624FC-B9F6-437E-B4C6-7C91879BB0B3}" dt="2023-11-22T18:15:31.835" v="1"/>
            <ac:picMkLst>
              <pc:docMk/>
              <pc:sldMasterMk cId="3521449419" sldId="2147483660"/>
              <pc:sldLayoutMk cId="3267273653" sldId="2147483667"/>
              <ac:picMk id="26" creationId="{00000000-0000-0000-0000-000000000000}"/>
            </ac:picMkLst>
          </pc:picChg>
        </pc:sldLayoutChg>
        <pc:sldLayoutChg chg="modSp">
          <pc:chgData name="Tripathi, Rishabh" userId="cfd79da9-aac0-444e-a4e2-aab20ab3edcd" providerId="ADAL" clId="{735624FC-B9F6-437E-B4C6-7C91879BB0B3}" dt="2023-11-22T18:15:31.835" v="1"/>
          <pc:sldLayoutMkLst>
            <pc:docMk/>
            <pc:sldMasterMk cId="3521449419" sldId="2147483660"/>
            <pc:sldLayoutMk cId="18981440" sldId="2147483684"/>
          </pc:sldLayoutMkLst>
          <pc:spChg chg="mod">
            <ac:chgData name="Tripathi, Rishabh" userId="cfd79da9-aac0-444e-a4e2-aab20ab3edcd" providerId="ADAL" clId="{735624FC-B9F6-437E-B4C6-7C91879BB0B3}" dt="2023-11-22T18:15:31.835" v="1"/>
            <ac:spMkLst>
              <pc:docMk/>
              <pc:sldMasterMk cId="3521449419" sldId="2147483660"/>
              <pc:sldLayoutMk cId="18981440" sldId="2147483684"/>
              <ac:spMk id="6" creationId="{00000000-0000-0000-0000-000000000000}"/>
            </ac:spMkLst>
          </pc:spChg>
          <pc:spChg chg="mod">
            <ac:chgData name="Tripathi, Rishabh" userId="cfd79da9-aac0-444e-a4e2-aab20ab3edcd" providerId="ADAL" clId="{735624FC-B9F6-437E-B4C6-7C91879BB0B3}" dt="2023-11-22T18:15:31.835" v="1"/>
            <ac:spMkLst>
              <pc:docMk/>
              <pc:sldMasterMk cId="3521449419" sldId="2147483660"/>
              <pc:sldLayoutMk cId="18981440" sldId="2147483684"/>
              <ac:spMk id="7" creationId="{00000000-0000-0000-0000-000000000000}"/>
            </ac:spMkLst>
          </pc:spChg>
          <pc:spChg chg="mod">
            <ac:chgData name="Tripathi, Rishabh" userId="cfd79da9-aac0-444e-a4e2-aab20ab3edcd" providerId="ADAL" clId="{735624FC-B9F6-437E-B4C6-7C91879BB0B3}" dt="2023-11-22T18:15:31.835" v="1"/>
            <ac:spMkLst>
              <pc:docMk/>
              <pc:sldMasterMk cId="3521449419" sldId="2147483660"/>
              <pc:sldLayoutMk cId="18981440" sldId="2147483684"/>
              <ac:spMk id="9" creationId="{00000000-0000-0000-0000-000000000000}"/>
            </ac:spMkLst>
          </pc:spChg>
          <pc:spChg chg="mod">
            <ac:chgData name="Tripathi, Rishabh" userId="cfd79da9-aac0-444e-a4e2-aab20ab3edcd" providerId="ADAL" clId="{735624FC-B9F6-437E-B4C6-7C91879BB0B3}" dt="2023-11-22T18:15:31.835" v="1"/>
            <ac:spMkLst>
              <pc:docMk/>
              <pc:sldMasterMk cId="3521449419" sldId="2147483660"/>
              <pc:sldLayoutMk cId="18981440" sldId="2147483684"/>
              <ac:spMk id="10" creationId="{00000000-0000-0000-0000-000000000000}"/>
            </ac:spMkLst>
          </pc:spChg>
        </pc:sldLayoutChg>
        <pc:sldLayoutChg chg="modSp">
          <pc:chgData name="Tripathi, Rishabh" userId="cfd79da9-aac0-444e-a4e2-aab20ab3edcd" providerId="ADAL" clId="{735624FC-B9F6-437E-B4C6-7C91879BB0B3}" dt="2023-11-22T18:15:31.835" v="1"/>
          <pc:sldLayoutMkLst>
            <pc:docMk/>
            <pc:sldMasterMk cId="3521449419" sldId="2147483660"/>
            <pc:sldLayoutMk cId="3367881433" sldId="2147483709"/>
          </pc:sldLayoutMkLst>
          <pc:spChg chg="mod">
            <ac:chgData name="Tripathi, Rishabh" userId="cfd79da9-aac0-444e-a4e2-aab20ab3edcd" providerId="ADAL" clId="{735624FC-B9F6-437E-B4C6-7C91879BB0B3}" dt="2023-11-22T18:15:31.835" v="1"/>
            <ac:spMkLst>
              <pc:docMk/>
              <pc:sldMasterMk cId="3521449419" sldId="2147483660"/>
              <pc:sldLayoutMk cId="3367881433" sldId="2147483709"/>
              <ac:spMk id="7" creationId="{00000000-0000-0000-0000-000000000000}"/>
            </ac:spMkLst>
          </pc:spChg>
          <pc:picChg chg="mod">
            <ac:chgData name="Tripathi, Rishabh" userId="cfd79da9-aac0-444e-a4e2-aab20ab3edcd" providerId="ADAL" clId="{735624FC-B9F6-437E-B4C6-7C91879BB0B3}" dt="2023-11-22T18:15:31.835" v="1"/>
            <ac:picMkLst>
              <pc:docMk/>
              <pc:sldMasterMk cId="3521449419" sldId="2147483660"/>
              <pc:sldLayoutMk cId="3367881433" sldId="2147483709"/>
              <ac:picMk id="2" creationId="{00000000-0000-0000-0000-000000000000}"/>
            </ac:picMkLst>
          </pc:picChg>
        </pc:sldLayoutChg>
        <pc:sldLayoutChg chg="modSp">
          <pc:chgData name="Tripathi, Rishabh" userId="cfd79da9-aac0-444e-a4e2-aab20ab3edcd" providerId="ADAL" clId="{735624FC-B9F6-437E-B4C6-7C91879BB0B3}" dt="2023-11-22T18:15:31.835" v="1"/>
          <pc:sldLayoutMkLst>
            <pc:docMk/>
            <pc:sldMasterMk cId="3521449419" sldId="2147483660"/>
            <pc:sldLayoutMk cId="3380677268" sldId="2147483710"/>
          </pc:sldLayoutMkLst>
          <pc:spChg chg="mod">
            <ac:chgData name="Tripathi, Rishabh" userId="cfd79da9-aac0-444e-a4e2-aab20ab3edcd" providerId="ADAL" clId="{735624FC-B9F6-437E-B4C6-7C91879BB0B3}" dt="2023-11-22T18:15:31.835" v="1"/>
            <ac:spMkLst>
              <pc:docMk/>
              <pc:sldMasterMk cId="3521449419" sldId="2147483660"/>
              <pc:sldLayoutMk cId="3380677268" sldId="2147483710"/>
              <ac:spMk id="9" creationId="{00000000-0000-0000-0000-000000000000}"/>
            </ac:spMkLst>
          </pc:spChg>
          <pc:spChg chg="mod">
            <ac:chgData name="Tripathi, Rishabh" userId="cfd79da9-aac0-444e-a4e2-aab20ab3edcd" providerId="ADAL" clId="{735624FC-B9F6-437E-B4C6-7C91879BB0B3}" dt="2023-11-22T18:15:31.835" v="1"/>
            <ac:spMkLst>
              <pc:docMk/>
              <pc:sldMasterMk cId="3521449419" sldId="2147483660"/>
              <pc:sldLayoutMk cId="3380677268" sldId="2147483710"/>
              <ac:spMk id="10" creationId="{00000000-0000-0000-0000-000000000000}"/>
            </ac:spMkLst>
          </pc:spChg>
          <pc:spChg chg="mod">
            <ac:chgData name="Tripathi, Rishabh" userId="cfd79da9-aac0-444e-a4e2-aab20ab3edcd" providerId="ADAL" clId="{735624FC-B9F6-437E-B4C6-7C91879BB0B3}" dt="2023-11-22T18:15:31.835" v="1"/>
            <ac:spMkLst>
              <pc:docMk/>
              <pc:sldMasterMk cId="3521449419" sldId="2147483660"/>
              <pc:sldLayoutMk cId="3380677268" sldId="2147483710"/>
              <ac:spMk id="18" creationId="{00000000-0000-0000-0000-000000000000}"/>
            </ac:spMkLst>
          </pc:spChg>
          <pc:spChg chg="mod">
            <ac:chgData name="Tripathi, Rishabh" userId="cfd79da9-aac0-444e-a4e2-aab20ab3edcd" providerId="ADAL" clId="{735624FC-B9F6-437E-B4C6-7C91879BB0B3}" dt="2023-11-22T18:15:31.835" v="1"/>
            <ac:spMkLst>
              <pc:docMk/>
              <pc:sldMasterMk cId="3521449419" sldId="2147483660"/>
              <pc:sldLayoutMk cId="3380677268" sldId="2147483710"/>
              <ac:spMk id="19" creationId="{00000000-0000-0000-0000-000000000000}"/>
            </ac:spMkLst>
          </pc:spChg>
          <pc:spChg chg="mod">
            <ac:chgData name="Tripathi, Rishabh" userId="cfd79da9-aac0-444e-a4e2-aab20ab3edcd" providerId="ADAL" clId="{735624FC-B9F6-437E-B4C6-7C91879BB0B3}" dt="2023-11-22T18:15:31.835" v="1"/>
            <ac:spMkLst>
              <pc:docMk/>
              <pc:sldMasterMk cId="3521449419" sldId="2147483660"/>
              <pc:sldLayoutMk cId="3380677268" sldId="2147483710"/>
              <ac:spMk id="22" creationId="{00000000-0000-0000-0000-000000000000}"/>
            </ac:spMkLst>
          </pc:spChg>
          <pc:spChg chg="mod">
            <ac:chgData name="Tripathi, Rishabh" userId="cfd79da9-aac0-444e-a4e2-aab20ab3edcd" providerId="ADAL" clId="{735624FC-B9F6-437E-B4C6-7C91879BB0B3}" dt="2023-11-22T18:15:31.835" v="1"/>
            <ac:spMkLst>
              <pc:docMk/>
              <pc:sldMasterMk cId="3521449419" sldId="2147483660"/>
              <pc:sldLayoutMk cId="3380677268" sldId="2147483710"/>
              <ac:spMk id="52" creationId="{00000000-0000-0000-0000-000000000000}"/>
            </ac:spMkLst>
          </pc:spChg>
        </pc:sldLayoutChg>
      </pc:sldMasterChg>
    </pc:docChg>
  </pc:docChgLst>
  <pc:docChgLst>
    <pc:chgData name="Tripathi, Rishabh" userId="cfd79da9-aac0-444e-a4e2-aab20ab3edcd" providerId="ADAL" clId="{A5F6616B-1A06-4749-9608-AA319BF17A31}"/>
    <pc:docChg chg="undo custSel addSld delSld modSld modMainMaster modNotesMaster">
      <pc:chgData name="Tripathi, Rishabh" userId="cfd79da9-aac0-444e-a4e2-aab20ab3edcd" providerId="ADAL" clId="{A5F6616B-1A06-4749-9608-AA319BF17A31}" dt="2023-11-22T18:14:09.454" v="30"/>
      <pc:docMkLst>
        <pc:docMk/>
      </pc:docMkLst>
      <pc:sldChg chg="modSp modNotes">
        <pc:chgData name="Tripathi, Rishabh" userId="cfd79da9-aac0-444e-a4e2-aab20ab3edcd" providerId="ADAL" clId="{A5F6616B-1A06-4749-9608-AA319BF17A31}" dt="2023-11-22T18:14:09.454" v="30"/>
        <pc:sldMkLst>
          <pc:docMk/>
          <pc:sldMk cId="2977925796" sldId="785"/>
        </pc:sldMkLst>
        <pc:spChg chg="mod">
          <ac:chgData name="Tripathi, Rishabh" userId="cfd79da9-aac0-444e-a4e2-aab20ab3edcd" providerId="ADAL" clId="{A5F6616B-1A06-4749-9608-AA319BF17A31}" dt="2023-11-22T18:14:09.454" v="30"/>
          <ac:spMkLst>
            <pc:docMk/>
            <pc:sldMk cId="2977925796" sldId="785"/>
            <ac:spMk id="5" creationId="{C8A82FA1-A640-6E7F-83D2-83BB764AE830}"/>
          </ac:spMkLst>
        </pc:spChg>
        <pc:spChg chg="mod">
          <ac:chgData name="Tripathi, Rishabh" userId="cfd79da9-aac0-444e-a4e2-aab20ab3edcd" providerId="ADAL" clId="{A5F6616B-1A06-4749-9608-AA319BF17A31}" dt="2023-11-22T18:14:09.454" v="30"/>
          <ac:spMkLst>
            <pc:docMk/>
            <pc:sldMk cId="2977925796" sldId="785"/>
            <ac:spMk id="6" creationId="{F108E6DE-D731-EED2-F76C-32D5A2DB65DB}"/>
          </ac:spMkLst>
        </pc:spChg>
        <pc:spChg chg="mod">
          <ac:chgData name="Tripathi, Rishabh" userId="cfd79da9-aac0-444e-a4e2-aab20ab3edcd" providerId="ADAL" clId="{A5F6616B-1A06-4749-9608-AA319BF17A31}" dt="2023-11-22T18:14:09.454" v="30"/>
          <ac:spMkLst>
            <pc:docMk/>
            <pc:sldMk cId="2977925796" sldId="785"/>
            <ac:spMk id="7" creationId="{7F7705BC-BCC0-127B-19D6-EDA701B42130}"/>
          </ac:spMkLst>
        </pc:spChg>
        <pc:spChg chg="mod">
          <ac:chgData name="Tripathi, Rishabh" userId="cfd79da9-aac0-444e-a4e2-aab20ab3edcd" providerId="ADAL" clId="{A5F6616B-1A06-4749-9608-AA319BF17A31}" dt="2023-11-22T18:14:09.454" v="30"/>
          <ac:spMkLst>
            <pc:docMk/>
            <pc:sldMk cId="2977925796" sldId="785"/>
            <ac:spMk id="11" creationId="{E98FD351-DCB3-5E67-700D-2531A16FD028}"/>
          </ac:spMkLst>
        </pc:spChg>
        <pc:picChg chg="mod">
          <ac:chgData name="Tripathi, Rishabh" userId="cfd79da9-aac0-444e-a4e2-aab20ab3edcd" providerId="ADAL" clId="{A5F6616B-1A06-4749-9608-AA319BF17A31}" dt="2023-11-22T18:14:09.454" v="30"/>
          <ac:picMkLst>
            <pc:docMk/>
            <pc:sldMk cId="2977925796" sldId="785"/>
            <ac:picMk id="9" creationId="{BDC25DBC-4FD1-FA88-7833-F47EE4AF7ACA}"/>
          </ac:picMkLst>
        </pc:picChg>
      </pc:sldChg>
      <pc:sldChg chg="modSp new add del mod">
        <pc:chgData name="Tripathi, Rishabh" userId="cfd79da9-aac0-444e-a4e2-aab20ab3edcd" providerId="ADAL" clId="{A5F6616B-1A06-4749-9608-AA319BF17A31}" dt="2023-11-22T18:14:08.817" v="29" actId="20577"/>
        <pc:sldMkLst>
          <pc:docMk/>
          <pc:sldMk cId="2138515364" sldId="786"/>
        </pc:sldMkLst>
        <pc:spChg chg="mod">
          <ac:chgData name="Tripathi, Rishabh" userId="cfd79da9-aac0-444e-a4e2-aab20ab3edcd" providerId="ADAL" clId="{A5F6616B-1A06-4749-9608-AA319BF17A31}" dt="2023-11-22T18:14:08.817" v="29" actId="20577"/>
          <ac:spMkLst>
            <pc:docMk/>
            <pc:sldMk cId="2138515364" sldId="786"/>
            <ac:spMk id="2" creationId="{879086F0-DDBB-1B13-E282-DD065C30838B}"/>
          </ac:spMkLst>
        </pc:spChg>
      </pc:sldChg>
      <pc:sldMasterChg chg="modSp modSldLayout">
        <pc:chgData name="Tripathi, Rishabh" userId="cfd79da9-aac0-444e-a4e2-aab20ab3edcd" providerId="ADAL" clId="{A5F6616B-1A06-4749-9608-AA319BF17A31}" dt="2023-11-22T18:14:09.454" v="30"/>
        <pc:sldMasterMkLst>
          <pc:docMk/>
          <pc:sldMasterMk cId="3521449419" sldId="2147483660"/>
        </pc:sldMasterMkLst>
        <pc:spChg chg="mod">
          <ac:chgData name="Tripathi, Rishabh" userId="cfd79da9-aac0-444e-a4e2-aab20ab3edcd" providerId="ADAL" clId="{A5F6616B-1A06-4749-9608-AA319BF17A31}" dt="2023-11-22T18:14:09.454" v="30"/>
          <ac:spMkLst>
            <pc:docMk/>
            <pc:sldMasterMk cId="3521449419" sldId="2147483660"/>
            <ac:spMk id="2" creationId="{00000000-0000-0000-0000-000000000000}"/>
          </ac:spMkLst>
        </pc:spChg>
        <pc:spChg chg="mod">
          <ac:chgData name="Tripathi, Rishabh" userId="cfd79da9-aac0-444e-a4e2-aab20ab3edcd" providerId="ADAL" clId="{A5F6616B-1A06-4749-9608-AA319BF17A31}" dt="2023-11-22T18:14:09.454" v="30"/>
          <ac:spMkLst>
            <pc:docMk/>
            <pc:sldMasterMk cId="3521449419" sldId="2147483660"/>
            <ac:spMk id="3" creationId="{00000000-0000-0000-0000-000000000000}"/>
          </ac:spMkLst>
        </pc:spChg>
        <pc:spChg chg="mod">
          <ac:chgData name="Tripathi, Rishabh" userId="cfd79da9-aac0-444e-a4e2-aab20ab3edcd" providerId="ADAL" clId="{A5F6616B-1A06-4749-9608-AA319BF17A31}" dt="2023-11-22T18:14:09.454" v="30"/>
          <ac:spMkLst>
            <pc:docMk/>
            <pc:sldMasterMk cId="3521449419" sldId="2147483660"/>
            <ac:spMk id="29" creationId="{00000000-0000-0000-0000-000000000000}"/>
          </ac:spMkLst>
        </pc:spChg>
        <pc:spChg chg="mod">
          <ac:chgData name="Tripathi, Rishabh" userId="cfd79da9-aac0-444e-a4e2-aab20ab3edcd" providerId="ADAL" clId="{A5F6616B-1A06-4749-9608-AA319BF17A31}" dt="2023-11-22T18:14:09.454" v="30"/>
          <ac:spMkLst>
            <pc:docMk/>
            <pc:sldMasterMk cId="3521449419" sldId="2147483660"/>
            <ac:spMk id="30" creationId="{00000000-0000-0000-0000-000000000000}"/>
          </ac:spMkLst>
        </pc:spChg>
        <pc:sldLayoutChg chg="modSp">
          <pc:chgData name="Tripathi, Rishabh" userId="cfd79da9-aac0-444e-a4e2-aab20ab3edcd" providerId="ADAL" clId="{A5F6616B-1A06-4749-9608-AA319BF17A31}" dt="2023-11-22T18:14:09.454" v="30"/>
          <pc:sldLayoutMkLst>
            <pc:docMk/>
            <pc:sldMasterMk cId="3521449419" sldId="2147483660"/>
            <pc:sldLayoutMk cId="1086707192" sldId="2147483666"/>
          </pc:sldLayoutMkLst>
          <pc:spChg chg="mod">
            <ac:chgData name="Tripathi, Rishabh" userId="cfd79da9-aac0-444e-a4e2-aab20ab3edcd" providerId="ADAL" clId="{A5F6616B-1A06-4749-9608-AA319BF17A31}" dt="2023-11-22T18:14:09.454" v="30"/>
            <ac:spMkLst>
              <pc:docMk/>
              <pc:sldMasterMk cId="3521449419" sldId="2147483660"/>
              <pc:sldLayoutMk cId="1086707192" sldId="2147483666"/>
              <ac:spMk id="3" creationId="{00000000-0000-0000-0000-000000000000}"/>
            </ac:spMkLst>
          </pc:spChg>
          <pc:spChg chg="mod">
            <ac:chgData name="Tripathi, Rishabh" userId="cfd79da9-aac0-444e-a4e2-aab20ab3edcd" providerId="ADAL" clId="{A5F6616B-1A06-4749-9608-AA319BF17A31}" dt="2023-11-22T18:14:09.454" v="30"/>
            <ac:spMkLst>
              <pc:docMk/>
              <pc:sldMasterMk cId="3521449419" sldId="2147483660"/>
              <pc:sldLayoutMk cId="1086707192" sldId="2147483666"/>
              <ac:spMk id="4" creationId="{00000000-0000-0000-0000-000000000000}"/>
            </ac:spMkLst>
          </pc:spChg>
          <pc:spChg chg="mod">
            <ac:chgData name="Tripathi, Rishabh" userId="cfd79da9-aac0-444e-a4e2-aab20ab3edcd" providerId="ADAL" clId="{A5F6616B-1A06-4749-9608-AA319BF17A31}" dt="2023-11-22T18:14:09.454" v="30"/>
            <ac:spMkLst>
              <pc:docMk/>
              <pc:sldMasterMk cId="3521449419" sldId="2147483660"/>
              <pc:sldLayoutMk cId="1086707192" sldId="2147483666"/>
              <ac:spMk id="40" creationId="{00000000-0000-0000-0000-000000000000}"/>
            </ac:spMkLst>
          </pc:spChg>
          <pc:picChg chg="mod">
            <ac:chgData name="Tripathi, Rishabh" userId="cfd79da9-aac0-444e-a4e2-aab20ab3edcd" providerId="ADAL" clId="{A5F6616B-1A06-4749-9608-AA319BF17A31}" dt="2023-11-22T18:14:09.454" v="30"/>
            <ac:picMkLst>
              <pc:docMk/>
              <pc:sldMasterMk cId="3521449419" sldId="2147483660"/>
              <pc:sldLayoutMk cId="1086707192" sldId="2147483666"/>
              <ac:picMk id="2" creationId="{00000000-0000-0000-0000-000000000000}"/>
            </ac:picMkLst>
          </pc:picChg>
        </pc:sldLayoutChg>
        <pc:sldLayoutChg chg="modSp">
          <pc:chgData name="Tripathi, Rishabh" userId="cfd79da9-aac0-444e-a4e2-aab20ab3edcd" providerId="ADAL" clId="{A5F6616B-1A06-4749-9608-AA319BF17A31}" dt="2023-11-22T18:14:09.454" v="30"/>
          <pc:sldLayoutMkLst>
            <pc:docMk/>
            <pc:sldMasterMk cId="3521449419" sldId="2147483660"/>
            <pc:sldLayoutMk cId="3267273653" sldId="2147483667"/>
          </pc:sldLayoutMkLst>
          <pc:spChg chg="mod">
            <ac:chgData name="Tripathi, Rishabh" userId="cfd79da9-aac0-444e-a4e2-aab20ab3edcd" providerId="ADAL" clId="{A5F6616B-1A06-4749-9608-AA319BF17A31}" dt="2023-11-22T18:14:09.454" v="30"/>
            <ac:spMkLst>
              <pc:docMk/>
              <pc:sldMasterMk cId="3521449419" sldId="2147483660"/>
              <pc:sldLayoutMk cId="3267273653" sldId="2147483667"/>
              <ac:spMk id="10" creationId="{00000000-0000-0000-0000-000000000000}"/>
            </ac:spMkLst>
          </pc:spChg>
          <pc:spChg chg="mod">
            <ac:chgData name="Tripathi, Rishabh" userId="cfd79da9-aac0-444e-a4e2-aab20ab3edcd" providerId="ADAL" clId="{A5F6616B-1A06-4749-9608-AA319BF17A31}" dt="2023-11-22T18:14:09.454" v="30"/>
            <ac:spMkLst>
              <pc:docMk/>
              <pc:sldMasterMk cId="3521449419" sldId="2147483660"/>
              <pc:sldLayoutMk cId="3267273653" sldId="2147483667"/>
              <ac:spMk id="11" creationId="{00000000-0000-0000-0000-000000000000}"/>
            </ac:spMkLst>
          </pc:spChg>
          <pc:spChg chg="mod">
            <ac:chgData name="Tripathi, Rishabh" userId="cfd79da9-aac0-444e-a4e2-aab20ab3edcd" providerId="ADAL" clId="{A5F6616B-1A06-4749-9608-AA319BF17A31}" dt="2023-11-22T18:14:09.454" v="30"/>
            <ac:spMkLst>
              <pc:docMk/>
              <pc:sldMasterMk cId="3521449419" sldId="2147483660"/>
              <pc:sldLayoutMk cId="3267273653" sldId="2147483667"/>
              <ac:spMk id="13" creationId="{00000000-0000-0000-0000-000000000000}"/>
            </ac:spMkLst>
          </pc:spChg>
          <pc:spChg chg="mod">
            <ac:chgData name="Tripathi, Rishabh" userId="cfd79da9-aac0-444e-a4e2-aab20ab3edcd" providerId="ADAL" clId="{A5F6616B-1A06-4749-9608-AA319BF17A31}" dt="2023-11-22T18:14:09.454" v="30"/>
            <ac:spMkLst>
              <pc:docMk/>
              <pc:sldMasterMk cId="3521449419" sldId="2147483660"/>
              <pc:sldLayoutMk cId="3267273653" sldId="2147483667"/>
              <ac:spMk id="14" creationId="{00000000-0000-0000-0000-000000000000}"/>
            </ac:spMkLst>
          </pc:spChg>
          <pc:spChg chg="mod">
            <ac:chgData name="Tripathi, Rishabh" userId="cfd79da9-aac0-444e-a4e2-aab20ab3edcd" providerId="ADAL" clId="{A5F6616B-1A06-4749-9608-AA319BF17A31}" dt="2023-11-22T18:14:09.454" v="30"/>
            <ac:spMkLst>
              <pc:docMk/>
              <pc:sldMasterMk cId="3521449419" sldId="2147483660"/>
              <pc:sldLayoutMk cId="3267273653" sldId="2147483667"/>
              <ac:spMk id="15" creationId="{00000000-0000-0000-0000-000000000000}"/>
            </ac:spMkLst>
          </pc:spChg>
          <pc:spChg chg="mod">
            <ac:chgData name="Tripathi, Rishabh" userId="cfd79da9-aac0-444e-a4e2-aab20ab3edcd" providerId="ADAL" clId="{A5F6616B-1A06-4749-9608-AA319BF17A31}" dt="2023-11-22T18:14:09.454" v="30"/>
            <ac:spMkLst>
              <pc:docMk/>
              <pc:sldMasterMk cId="3521449419" sldId="2147483660"/>
              <pc:sldLayoutMk cId="3267273653" sldId="2147483667"/>
              <ac:spMk id="16" creationId="{00000000-0000-0000-0000-000000000000}"/>
            </ac:spMkLst>
          </pc:spChg>
          <pc:spChg chg="mod">
            <ac:chgData name="Tripathi, Rishabh" userId="cfd79da9-aac0-444e-a4e2-aab20ab3edcd" providerId="ADAL" clId="{A5F6616B-1A06-4749-9608-AA319BF17A31}" dt="2023-11-22T18:14:09.454" v="30"/>
            <ac:spMkLst>
              <pc:docMk/>
              <pc:sldMasterMk cId="3521449419" sldId="2147483660"/>
              <pc:sldLayoutMk cId="3267273653" sldId="2147483667"/>
              <ac:spMk id="23" creationId="{00000000-0000-0000-0000-000000000000}"/>
            </ac:spMkLst>
          </pc:spChg>
          <pc:spChg chg="mod">
            <ac:chgData name="Tripathi, Rishabh" userId="cfd79da9-aac0-444e-a4e2-aab20ab3edcd" providerId="ADAL" clId="{A5F6616B-1A06-4749-9608-AA319BF17A31}" dt="2023-11-22T18:14:09.454" v="30"/>
            <ac:spMkLst>
              <pc:docMk/>
              <pc:sldMasterMk cId="3521449419" sldId="2147483660"/>
              <pc:sldLayoutMk cId="3267273653" sldId="2147483667"/>
              <ac:spMk id="24" creationId="{00000000-0000-0000-0000-000000000000}"/>
            </ac:spMkLst>
          </pc:spChg>
          <pc:picChg chg="mod">
            <ac:chgData name="Tripathi, Rishabh" userId="cfd79da9-aac0-444e-a4e2-aab20ab3edcd" providerId="ADAL" clId="{A5F6616B-1A06-4749-9608-AA319BF17A31}" dt="2023-11-22T18:14:09.454" v="30"/>
            <ac:picMkLst>
              <pc:docMk/>
              <pc:sldMasterMk cId="3521449419" sldId="2147483660"/>
              <pc:sldLayoutMk cId="3267273653" sldId="2147483667"/>
              <ac:picMk id="25" creationId="{00000000-0000-0000-0000-000000000000}"/>
            </ac:picMkLst>
          </pc:picChg>
          <pc:picChg chg="mod">
            <ac:chgData name="Tripathi, Rishabh" userId="cfd79da9-aac0-444e-a4e2-aab20ab3edcd" providerId="ADAL" clId="{A5F6616B-1A06-4749-9608-AA319BF17A31}" dt="2023-11-22T18:14:09.454" v="30"/>
            <ac:picMkLst>
              <pc:docMk/>
              <pc:sldMasterMk cId="3521449419" sldId="2147483660"/>
              <pc:sldLayoutMk cId="3267273653" sldId="2147483667"/>
              <ac:picMk id="26" creationId="{00000000-0000-0000-0000-000000000000}"/>
            </ac:picMkLst>
          </pc:picChg>
        </pc:sldLayoutChg>
        <pc:sldLayoutChg chg="modSp">
          <pc:chgData name="Tripathi, Rishabh" userId="cfd79da9-aac0-444e-a4e2-aab20ab3edcd" providerId="ADAL" clId="{A5F6616B-1A06-4749-9608-AA319BF17A31}" dt="2023-11-22T18:14:09.454" v="30"/>
          <pc:sldLayoutMkLst>
            <pc:docMk/>
            <pc:sldMasterMk cId="3521449419" sldId="2147483660"/>
            <pc:sldLayoutMk cId="18981440" sldId="2147483684"/>
          </pc:sldLayoutMkLst>
          <pc:spChg chg="mod">
            <ac:chgData name="Tripathi, Rishabh" userId="cfd79da9-aac0-444e-a4e2-aab20ab3edcd" providerId="ADAL" clId="{A5F6616B-1A06-4749-9608-AA319BF17A31}" dt="2023-11-22T18:14:09.454" v="30"/>
            <ac:spMkLst>
              <pc:docMk/>
              <pc:sldMasterMk cId="3521449419" sldId="2147483660"/>
              <pc:sldLayoutMk cId="18981440" sldId="2147483684"/>
              <ac:spMk id="6" creationId="{00000000-0000-0000-0000-000000000000}"/>
            </ac:spMkLst>
          </pc:spChg>
          <pc:spChg chg="mod">
            <ac:chgData name="Tripathi, Rishabh" userId="cfd79da9-aac0-444e-a4e2-aab20ab3edcd" providerId="ADAL" clId="{A5F6616B-1A06-4749-9608-AA319BF17A31}" dt="2023-11-22T18:14:09.454" v="30"/>
            <ac:spMkLst>
              <pc:docMk/>
              <pc:sldMasterMk cId="3521449419" sldId="2147483660"/>
              <pc:sldLayoutMk cId="18981440" sldId="2147483684"/>
              <ac:spMk id="7" creationId="{00000000-0000-0000-0000-000000000000}"/>
            </ac:spMkLst>
          </pc:spChg>
          <pc:spChg chg="mod">
            <ac:chgData name="Tripathi, Rishabh" userId="cfd79da9-aac0-444e-a4e2-aab20ab3edcd" providerId="ADAL" clId="{A5F6616B-1A06-4749-9608-AA319BF17A31}" dt="2023-11-22T18:14:09.454" v="30"/>
            <ac:spMkLst>
              <pc:docMk/>
              <pc:sldMasterMk cId="3521449419" sldId="2147483660"/>
              <pc:sldLayoutMk cId="18981440" sldId="2147483684"/>
              <ac:spMk id="9" creationId="{00000000-0000-0000-0000-000000000000}"/>
            </ac:spMkLst>
          </pc:spChg>
          <pc:spChg chg="mod">
            <ac:chgData name="Tripathi, Rishabh" userId="cfd79da9-aac0-444e-a4e2-aab20ab3edcd" providerId="ADAL" clId="{A5F6616B-1A06-4749-9608-AA319BF17A31}" dt="2023-11-22T18:14:09.454" v="30"/>
            <ac:spMkLst>
              <pc:docMk/>
              <pc:sldMasterMk cId="3521449419" sldId="2147483660"/>
              <pc:sldLayoutMk cId="18981440" sldId="2147483684"/>
              <ac:spMk id="10" creationId="{00000000-0000-0000-0000-000000000000}"/>
            </ac:spMkLst>
          </pc:spChg>
        </pc:sldLayoutChg>
        <pc:sldLayoutChg chg="modSp">
          <pc:chgData name="Tripathi, Rishabh" userId="cfd79da9-aac0-444e-a4e2-aab20ab3edcd" providerId="ADAL" clId="{A5F6616B-1A06-4749-9608-AA319BF17A31}" dt="2023-11-22T18:14:09.454" v="30"/>
          <pc:sldLayoutMkLst>
            <pc:docMk/>
            <pc:sldMasterMk cId="3521449419" sldId="2147483660"/>
            <pc:sldLayoutMk cId="3367881433" sldId="2147483709"/>
          </pc:sldLayoutMkLst>
          <pc:spChg chg="mod">
            <ac:chgData name="Tripathi, Rishabh" userId="cfd79da9-aac0-444e-a4e2-aab20ab3edcd" providerId="ADAL" clId="{A5F6616B-1A06-4749-9608-AA319BF17A31}" dt="2023-11-22T18:14:09.454" v="30"/>
            <ac:spMkLst>
              <pc:docMk/>
              <pc:sldMasterMk cId="3521449419" sldId="2147483660"/>
              <pc:sldLayoutMk cId="3367881433" sldId="2147483709"/>
              <ac:spMk id="7" creationId="{00000000-0000-0000-0000-000000000000}"/>
            </ac:spMkLst>
          </pc:spChg>
          <pc:picChg chg="mod">
            <ac:chgData name="Tripathi, Rishabh" userId="cfd79da9-aac0-444e-a4e2-aab20ab3edcd" providerId="ADAL" clId="{A5F6616B-1A06-4749-9608-AA319BF17A31}" dt="2023-11-22T18:14:09.454" v="30"/>
            <ac:picMkLst>
              <pc:docMk/>
              <pc:sldMasterMk cId="3521449419" sldId="2147483660"/>
              <pc:sldLayoutMk cId="3367881433" sldId="2147483709"/>
              <ac:picMk id="2" creationId="{00000000-0000-0000-0000-000000000000}"/>
            </ac:picMkLst>
          </pc:picChg>
        </pc:sldLayoutChg>
        <pc:sldLayoutChg chg="modSp">
          <pc:chgData name="Tripathi, Rishabh" userId="cfd79da9-aac0-444e-a4e2-aab20ab3edcd" providerId="ADAL" clId="{A5F6616B-1A06-4749-9608-AA319BF17A31}" dt="2023-11-22T18:14:09.454" v="30"/>
          <pc:sldLayoutMkLst>
            <pc:docMk/>
            <pc:sldMasterMk cId="3521449419" sldId="2147483660"/>
            <pc:sldLayoutMk cId="3380677268" sldId="2147483710"/>
          </pc:sldLayoutMkLst>
          <pc:spChg chg="mod">
            <ac:chgData name="Tripathi, Rishabh" userId="cfd79da9-aac0-444e-a4e2-aab20ab3edcd" providerId="ADAL" clId="{A5F6616B-1A06-4749-9608-AA319BF17A31}" dt="2023-11-22T18:14:09.454" v="30"/>
            <ac:spMkLst>
              <pc:docMk/>
              <pc:sldMasterMk cId="3521449419" sldId="2147483660"/>
              <pc:sldLayoutMk cId="3380677268" sldId="2147483710"/>
              <ac:spMk id="9" creationId="{00000000-0000-0000-0000-000000000000}"/>
            </ac:spMkLst>
          </pc:spChg>
          <pc:spChg chg="mod">
            <ac:chgData name="Tripathi, Rishabh" userId="cfd79da9-aac0-444e-a4e2-aab20ab3edcd" providerId="ADAL" clId="{A5F6616B-1A06-4749-9608-AA319BF17A31}" dt="2023-11-22T18:14:09.454" v="30"/>
            <ac:spMkLst>
              <pc:docMk/>
              <pc:sldMasterMk cId="3521449419" sldId="2147483660"/>
              <pc:sldLayoutMk cId="3380677268" sldId="2147483710"/>
              <ac:spMk id="10" creationId="{00000000-0000-0000-0000-000000000000}"/>
            </ac:spMkLst>
          </pc:spChg>
          <pc:spChg chg="mod">
            <ac:chgData name="Tripathi, Rishabh" userId="cfd79da9-aac0-444e-a4e2-aab20ab3edcd" providerId="ADAL" clId="{A5F6616B-1A06-4749-9608-AA319BF17A31}" dt="2023-11-22T18:14:09.454" v="30"/>
            <ac:spMkLst>
              <pc:docMk/>
              <pc:sldMasterMk cId="3521449419" sldId="2147483660"/>
              <pc:sldLayoutMk cId="3380677268" sldId="2147483710"/>
              <ac:spMk id="18" creationId="{00000000-0000-0000-0000-000000000000}"/>
            </ac:spMkLst>
          </pc:spChg>
          <pc:spChg chg="mod">
            <ac:chgData name="Tripathi, Rishabh" userId="cfd79da9-aac0-444e-a4e2-aab20ab3edcd" providerId="ADAL" clId="{A5F6616B-1A06-4749-9608-AA319BF17A31}" dt="2023-11-22T18:14:09.454" v="30"/>
            <ac:spMkLst>
              <pc:docMk/>
              <pc:sldMasterMk cId="3521449419" sldId="2147483660"/>
              <pc:sldLayoutMk cId="3380677268" sldId="2147483710"/>
              <ac:spMk id="19" creationId="{00000000-0000-0000-0000-000000000000}"/>
            </ac:spMkLst>
          </pc:spChg>
          <pc:spChg chg="mod">
            <ac:chgData name="Tripathi, Rishabh" userId="cfd79da9-aac0-444e-a4e2-aab20ab3edcd" providerId="ADAL" clId="{A5F6616B-1A06-4749-9608-AA319BF17A31}" dt="2023-11-22T18:14:09.454" v="30"/>
            <ac:spMkLst>
              <pc:docMk/>
              <pc:sldMasterMk cId="3521449419" sldId="2147483660"/>
              <pc:sldLayoutMk cId="3380677268" sldId="2147483710"/>
              <ac:spMk id="22" creationId="{00000000-0000-0000-0000-000000000000}"/>
            </ac:spMkLst>
          </pc:spChg>
          <pc:spChg chg="mod">
            <ac:chgData name="Tripathi, Rishabh" userId="cfd79da9-aac0-444e-a4e2-aab20ab3edcd" providerId="ADAL" clId="{A5F6616B-1A06-4749-9608-AA319BF17A31}" dt="2023-11-22T18:14:09.454" v="30"/>
            <ac:spMkLst>
              <pc:docMk/>
              <pc:sldMasterMk cId="3521449419" sldId="2147483660"/>
              <pc:sldLayoutMk cId="3380677268" sldId="2147483710"/>
              <ac:spMk id="52"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defRPr>
            </a:lvl1pPr>
          </a:lstStyle>
          <a:p>
            <a:fld id="{3C982ACC-9C2C-43E6-BDA1-4B43F10D0D7C}" type="datetimeFigureOut">
              <a:rPr lang="en-US" smtClean="0"/>
              <a:pPr/>
              <a:t>11/23/2023</a:t>
            </a:fld>
            <a:endParaRPr lang="en-US" dirty="0"/>
          </a:p>
        </p:txBody>
      </p:sp>
      <p:sp>
        <p:nvSpPr>
          <p:cNvPr id="4" name="Slide Image Placeholder 3"/>
          <p:cNvSpPr>
            <a:spLocks noGrp="1" noRot="1" noChangeAspect="1"/>
          </p:cNvSpPr>
          <p:nvPr>
            <p:ph type="sldImg" idx="2"/>
          </p:nvPr>
        </p:nvSpPr>
        <p:spPr>
          <a:xfrm>
            <a:off x="2509838" y="1143000"/>
            <a:ext cx="1838325"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rial" panose="020B0604020202020204" pitchFamily="34" charset="0"/>
              </a:defRPr>
            </a:lvl1pPr>
          </a:lstStyle>
          <a:p>
            <a:fld id="{522E86C6-97C6-4628-9053-7D683D5EBD82}" type="slidenum">
              <a:rPr lang="en-US" smtClean="0"/>
              <a:pPr/>
              <a:t>‹#›</a:t>
            </a:fld>
            <a:endParaRPr lang="en-US" dirty="0"/>
          </a:p>
        </p:txBody>
      </p:sp>
    </p:spTree>
    <p:extLst>
      <p:ext uri="{BB962C8B-B14F-4D97-AF65-F5344CB8AC3E}">
        <p14:creationId xmlns:p14="http://schemas.microsoft.com/office/powerpoint/2010/main" val="29011422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09838" y="1143000"/>
            <a:ext cx="1838325"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1BFA16D-6B25-4E0C-ABC3-2B431EF290A3}" type="slidenum">
              <a:rPr lang="en-US" smtClean="0"/>
              <a:t>1</a:t>
            </a:fld>
            <a:endParaRPr lang="en-US" dirty="0"/>
          </a:p>
        </p:txBody>
      </p:sp>
    </p:spTree>
    <p:extLst>
      <p:ext uri="{BB962C8B-B14F-4D97-AF65-F5344CB8AC3E}">
        <p14:creationId xmlns:p14="http://schemas.microsoft.com/office/powerpoint/2010/main" val="7751485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Vertical Image">
    <p:spTree>
      <p:nvGrpSpPr>
        <p:cNvPr id="1" name=""/>
        <p:cNvGrpSpPr/>
        <p:nvPr/>
      </p:nvGrpSpPr>
      <p:grpSpPr>
        <a:xfrm>
          <a:off x="0" y="0"/>
          <a:ext cx="0" cy="0"/>
          <a:chOff x="0" y="0"/>
          <a:chExt cx="0" cy="0"/>
        </a:xfrm>
      </p:grpSpPr>
      <p:sp>
        <p:nvSpPr>
          <p:cNvPr id="9" name="object 3"/>
          <p:cNvSpPr/>
          <p:nvPr userDrawn="1"/>
        </p:nvSpPr>
        <p:spPr>
          <a:xfrm>
            <a:off x="0" y="1"/>
            <a:ext cx="685800" cy="11520488"/>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5E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defTabSz="308628"/>
            <a:endParaRPr sz="1216" dirty="0">
              <a:solidFill>
                <a:schemeClr val="lt1"/>
              </a:solidFill>
              <a:latin typeface="KPMG Extralight" panose="020B0303030202040204" pitchFamily="34" charset="0"/>
              <a:cs typeface="KPMG Light"/>
            </a:endParaRPr>
          </a:p>
        </p:txBody>
      </p:sp>
      <p:sp>
        <p:nvSpPr>
          <p:cNvPr id="10" name="object 3"/>
          <p:cNvSpPr/>
          <p:nvPr userDrawn="1"/>
        </p:nvSpPr>
        <p:spPr>
          <a:xfrm>
            <a:off x="685800" y="1"/>
            <a:ext cx="6172200" cy="11520488"/>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470A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defTabSz="308628"/>
            <a:endParaRPr sz="1216" dirty="0">
              <a:solidFill>
                <a:schemeClr val="lt1"/>
              </a:solidFill>
              <a:latin typeface="KPMG Extralight" panose="020B0303030202040204" pitchFamily="34" charset="0"/>
              <a:cs typeface="KPMG Light"/>
            </a:endParaRPr>
          </a:p>
        </p:txBody>
      </p:sp>
      <p:sp>
        <p:nvSpPr>
          <p:cNvPr id="18" name="Text Placeholder 6"/>
          <p:cNvSpPr>
            <a:spLocks noGrp="1"/>
          </p:cNvSpPr>
          <p:nvPr>
            <p:ph type="body" sz="quarter" idx="11" hasCustomPrompt="1"/>
          </p:nvPr>
        </p:nvSpPr>
        <p:spPr>
          <a:xfrm>
            <a:off x="471491" y="5938673"/>
            <a:ext cx="2988639" cy="1129460"/>
          </a:xfrm>
          <a:prstGeom prst="rect">
            <a:avLst/>
          </a:prstGeom>
        </p:spPr>
        <p:txBody>
          <a:bodyPr vert="horz" lIns="0" tIns="0" rIns="0" bIns="0"/>
          <a:lstStyle>
            <a:lvl1pPr marL="0" indent="0">
              <a:spcBef>
                <a:spcPts val="188"/>
              </a:spcBef>
              <a:spcAft>
                <a:spcPts val="0"/>
              </a:spcAft>
              <a:buNone/>
              <a:defRPr sz="1080" b="0">
                <a:solidFill>
                  <a:srgbClr val="00338D"/>
                </a:solidFill>
                <a:latin typeface="Arial" panose="020B0604020202020204" pitchFamily="34" charset="0"/>
                <a:cs typeface="Arial" panose="020B0604020202020204" pitchFamily="34" charset="0"/>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stStyle>
          <a:p>
            <a:pPr lvl="0"/>
            <a:r>
              <a:rPr lang="en-US" dirty="0"/>
              <a:t>Subtitle here</a:t>
            </a:r>
          </a:p>
        </p:txBody>
      </p:sp>
      <p:sp>
        <p:nvSpPr>
          <p:cNvPr id="19" name="Text Placeholder 6"/>
          <p:cNvSpPr>
            <a:spLocks noGrp="1"/>
          </p:cNvSpPr>
          <p:nvPr>
            <p:ph type="body" sz="quarter" idx="13" hasCustomPrompt="1"/>
          </p:nvPr>
        </p:nvSpPr>
        <p:spPr>
          <a:xfrm>
            <a:off x="471491" y="9253487"/>
            <a:ext cx="2988639" cy="225153"/>
          </a:xfrm>
          <a:prstGeom prst="rect">
            <a:avLst/>
          </a:prstGeom>
        </p:spPr>
        <p:txBody>
          <a:bodyPr vert="horz" lIns="0" tIns="0" rIns="0" bIns="0"/>
          <a:lstStyle>
            <a:lvl1pPr marL="0" indent="0">
              <a:spcBef>
                <a:spcPts val="188"/>
              </a:spcBef>
              <a:spcAft>
                <a:spcPts val="0"/>
              </a:spcAft>
              <a:buNone/>
              <a:defRPr sz="743" b="0">
                <a:solidFill>
                  <a:srgbClr val="00338D"/>
                </a:solidFill>
                <a:latin typeface="Arial" panose="020B0604020202020204" pitchFamily="34" charset="0"/>
                <a:cs typeface="Arial" panose="020B0604020202020204" pitchFamily="34" charset="0"/>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stStyle>
          <a:p>
            <a:pPr lvl="0"/>
            <a:r>
              <a:rPr lang="en-US" dirty="0"/>
              <a:t>Presenter Name</a:t>
            </a:r>
          </a:p>
        </p:txBody>
      </p:sp>
      <p:sp>
        <p:nvSpPr>
          <p:cNvPr id="22" name="Title 13"/>
          <p:cNvSpPr>
            <a:spLocks noGrp="1"/>
          </p:cNvSpPr>
          <p:nvPr>
            <p:ph type="title" hasCustomPrompt="1"/>
          </p:nvPr>
        </p:nvSpPr>
        <p:spPr>
          <a:xfrm>
            <a:off x="471488" y="2444917"/>
            <a:ext cx="5540998" cy="3137432"/>
          </a:xfrm>
          <a:prstGeom prst="rect">
            <a:avLst/>
          </a:prstGeom>
        </p:spPr>
        <p:txBody>
          <a:bodyPr lIns="0" tIns="0" rIns="0" bIns="0"/>
          <a:lstStyle>
            <a:lvl1pPr algn="l" defTabSz="617254" rtl="0" eaLnBrk="1" latinLnBrk="0" hangingPunct="1">
              <a:lnSpc>
                <a:spcPct val="70000"/>
              </a:lnSpc>
              <a:spcBef>
                <a:spcPct val="0"/>
              </a:spcBef>
              <a:buNone/>
              <a:defRPr lang="en-US" sz="5670" b="0" kern="1200" baseline="0" dirty="0">
                <a:solidFill>
                  <a:srgbClr val="00338D"/>
                </a:solidFill>
                <a:latin typeface="KPMG Extralight" panose="020B0303030202040204" pitchFamily="34" charset="0"/>
                <a:ea typeface="+mj-ea"/>
                <a:cs typeface="+mj-cs"/>
              </a:defRPr>
            </a:lvl1pPr>
          </a:lstStyle>
          <a:p>
            <a:r>
              <a:rPr lang="en-US" dirty="0"/>
              <a:t>Click to Cover slide sentence case 84pt</a:t>
            </a:r>
          </a:p>
        </p:txBody>
      </p:sp>
      <p:sp>
        <p:nvSpPr>
          <p:cNvPr id="52" name="Text Placeholder 6"/>
          <p:cNvSpPr>
            <a:spLocks noGrp="1"/>
          </p:cNvSpPr>
          <p:nvPr>
            <p:ph type="body" sz="quarter" idx="14" hasCustomPrompt="1"/>
          </p:nvPr>
        </p:nvSpPr>
        <p:spPr>
          <a:xfrm>
            <a:off x="471491" y="10012557"/>
            <a:ext cx="2988639" cy="225153"/>
          </a:xfrm>
          <a:prstGeom prst="rect">
            <a:avLst/>
          </a:prstGeom>
        </p:spPr>
        <p:txBody>
          <a:bodyPr vert="horz" lIns="0" tIns="0" rIns="0" bIns="0"/>
          <a:lstStyle>
            <a:lvl1pPr marL="0" indent="0">
              <a:spcBef>
                <a:spcPts val="188"/>
              </a:spcBef>
              <a:spcAft>
                <a:spcPts val="0"/>
              </a:spcAft>
              <a:buNone/>
              <a:defRPr sz="743" b="0">
                <a:solidFill>
                  <a:srgbClr val="00338D"/>
                </a:solidFill>
                <a:latin typeface="Arial" panose="020B0604020202020204" pitchFamily="34" charset="0"/>
                <a:cs typeface="Arial" panose="020B0604020202020204" pitchFamily="34" charset="0"/>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stStyle>
          <a:p>
            <a:pPr lvl="0"/>
            <a:r>
              <a:rPr lang="en-US" dirty="0"/>
              <a:t>Date</a:t>
            </a:r>
          </a:p>
        </p:txBody>
      </p:sp>
    </p:spTree>
    <p:extLst>
      <p:ext uri="{BB962C8B-B14F-4D97-AF65-F5344CB8AC3E}">
        <p14:creationId xmlns:p14="http://schemas.microsoft.com/office/powerpoint/2010/main" val="3380677268"/>
      </p:ext>
    </p:extLst>
  </p:cSld>
  <p:clrMapOvr>
    <a:masterClrMapping/>
  </p:clrMapOvr>
  <p:extLst>
    <p:ext uri="{DCECCB84-F9BA-43D5-87BE-67443E8EF086}">
      <p15:sldGuideLst xmlns:p15="http://schemas.microsoft.com/office/powerpoint/2012/main">
        <p15:guide id="1" orient="horz" pos="3630" userDrawn="1">
          <p15:clr>
            <a:srgbClr val="FBAE40"/>
          </p15:clr>
        </p15:guide>
        <p15:guide id="2" pos="216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SLIDE 6 - No image">
    <p:bg>
      <p:bgPr>
        <a:solidFill>
          <a:schemeClr val="accent1"/>
        </a:solidFill>
        <a:effectLst/>
      </p:bgPr>
    </p:bg>
    <p:spTree>
      <p:nvGrpSpPr>
        <p:cNvPr id="1" name=""/>
        <p:cNvGrpSpPr/>
        <p:nvPr/>
      </p:nvGrpSpPr>
      <p:grpSpPr>
        <a:xfrm>
          <a:off x="0" y="0"/>
          <a:ext cx="0" cy="0"/>
          <a:chOff x="0" y="0"/>
          <a:chExt cx="0" cy="0"/>
        </a:xfrm>
      </p:grpSpPr>
      <p:sp>
        <p:nvSpPr>
          <p:cNvPr id="7" name="object 3"/>
          <p:cNvSpPr/>
          <p:nvPr userDrawn="1"/>
        </p:nvSpPr>
        <p:spPr>
          <a:xfrm>
            <a:off x="0" y="2"/>
            <a:ext cx="6858000" cy="11520488"/>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91DA"/>
          </a:solidFill>
        </p:spPr>
        <p:txBody>
          <a:bodyPr wrap="square" lIns="0" tIns="0" rIns="0" bIns="0" rtlCol="0">
            <a:noAutofit/>
          </a:bodyPr>
          <a:lstStyle/>
          <a:p>
            <a:endParaRPr sz="1216" dirty="0">
              <a:latin typeface="Arial" panose="020B0604020202020204" pitchFamily="34" charset="0"/>
            </a:endParaRPr>
          </a:p>
        </p:txBody>
      </p:sp>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
            <a:ext cx="6858000" cy="11520487"/>
          </a:xfrm>
          <a:prstGeom prst="rect">
            <a:avLst/>
          </a:prstGeom>
        </p:spPr>
      </p:pic>
    </p:spTree>
    <p:extLst>
      <p:ext uri="{BB962C8B-B14F-4D97-AF65-F5344CB8AC3E}">
        <p14:creationId xmlns:p14="http://schemas.microsoft.com/office/powerpoint/2010/main" val="33678814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2607900-8779-947E-288D-05BB9FA10313}"/>
              </a:ext>
            </a:extLst>
          </p:cNvPr>
          <p:cNvSpPr txBox="1"/>
          <p:nvPr userDrawn="1"/>
        </p:nvSpPr>
        <p:spPr>
          <a:xfrm>
            <a:off x="0" y="1"/>
            <a:ext cx="6858000" cy="541635"/>
          </a:xfrm>
          <a:prstGeom prst="rect">
            <a:avLst/>
          </a:prstGeom>
          <a:solidFill>
            <a:schemeClr val="bg1">
              <a:lumMod val="50000"/>
            </a:schemeClr>
          </a:solidFill>
        </p:spPr>
        <p:txBody>
          <a:bodyPr wrap="square" lIns="65534" tIns="65534" rIns="65534" bIns="65534" rtlCol="0">
            <a:noAutofit/>
          </a:bodyPr>
          <a:lstStyle/>
          <a:p>
            <a:pPr>
              <a:spcAft>
                <a:spcPts val="720"/>
              </a:spcAft>
            </a:pPr>
            <a:endParaRPr lang="en-US" sz="1800" dirty="0" err="1">
              <a:solidFill>
                <a:schemeClr val="tx2"/>
              </a:solidFill>
            </a:endParaRPr>
          </a:p>
        </p:txBody>
      </p:sp>
    </p:spTree>
    <p:extLst>
      <p:ext uri="{BB962C8B-B14F-4D97-AF65-F5344CB8AC3E}">
        <p14:creationId xmlns:p14="http://schemas.microsoft.com/office/powerpoint/2010/main" val="1086707192"/>
      </p:ext>
    </p:extLst>
  </p:cSld>
  <p:clrMapOvr>
    <a:masterClrMapping/>
  </p:clrMapOvr>
  <p:extLst>
    <p:ext uri="{DCECCB84-F9BA-43D5-87BE-67443E8EF086}">
      <p15:sldGuideLst xmlns:p15="http://schemas.microsoft.com/office/powerpoint/2012/main">
        <p15:guide id="1" orient="horz" pos="283" userDrawn="1">
          <p15:clr>
            <a:srgbClr val="FBAE40"/>
          </p15:clr>
        </p15:guide>
        <p15:guide id="2" orient="horz" pos="88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DIVIDER 3">
    <p:bg>
      <p:bgPr>
        <a:solidFill>
          <a:schemeClr val="tx2"/>
        </a:solidFill>
        <a:effectLst/>
      </p:bgPr>
    </p:bg>
    <p:spTree>
      <p:nvGrpSpPr>
        <p:cNvPr id="1" name=""/>
        <p:cNvGrpSpPr/>
        <p:nvPr/>
      </p:nvGrpSpPr>
      <p:grpSpPr>
        <a:xfrm>
          <a:off x="0" y="0"/>
          <a:ext cx="0" cy="0"/>
          <a:chOff x="0" y="0"/>
          <a:chExt cx="0" cy="0"/>
        </a:xfrm>
      </p:grpSpPr>
      <p:sp>
        <p:nvSpPr>
          <p:cNvPr id="7" name="Title 1"/>
          <p:cNvSpPr>
            <a:spLocks noGrp="1"/>
          </p:cNvSpPr>
          <p:nvPr>
            <p:ph type="ctrTitle"/>
          </p:nvPr>
        </p:nvSpPr>
        <p:spPr>
          <a:xfrm>
            <a:off x="1524301" y="2411105"/>
            <a:ext cx="4775597" cy="5896313"/>
          </a:xfrm>
        </p:spPr>
        <p:txBody>
          <a:bodyPr anchor="t" anchorCtr="0"/>
          <a:lstStyle>
            <a:lvl1pPr algn="l">
              <a:defRPr sz="7426" baseline="0">
                <a:solidFill>
                  <a:schemeClr val="bg1"/>
                </a:solidFill>
              </a:defRPr>
            </a:lvl1pPr>
          </a:lstStyle>
          <a:p>
            <a:r>
              <a:rPr lang="en-US"/>
              <a:t>Click to edit Master title style</a:t>
            </a:r>
            <a:endParaRPr lang="en-US" dirty="0"/>
          </a:p>
        </p:txBody>
      </p:sp>
      <p:sp>
        <p:nvSpPr>
          <p:cNvPr id="9" name="Freeform 19"/>
          <p:cNvSpPr>
            <a:spLocks noChangeAspect="1" noEditPoints="1"/>
          </p:cNvSpPr>
          <p:nvPr userDrawn="1"/>
        </p:nvSpPr>
        <p:spPr bwMode="auto">
          <a:xfrm>
            <a:off x="290279" y="880977"/>
            <a:ext cx="607022" cy="738557"/>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61724" tIns="30863" rIns="61724" bIns="30863" numCol="1" anchor="t" anchorCtr="0" compatLnSpc="1">
            <a:prstTxWarp prst="textNoShape">
              <a:avLst/>
            </a:prstTxWarp>
          </a:bodyPr>
          <a:lstStyle/>
          <a:p>
            <a:endParaRPr lang="en-GB" sz="1216" dirty="0"/>
          </a:p>
        </p:txBody>
      </p:sp>
      <p:sp>
        <p:nvSpPr>
          <p:cNvPr id="10" name="object 3"/>
          <p:cNvSpPr/>
          <p:nvPr userDrawn="1"/>
        </p:nvSpPr>
        <p:spPr>
          <a:xfrm>
            <a:off x="0" y="2"/>
            <a:ext cx="74544" cy="11520488"/>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chemeClr val="accent1"/>
          </a:solidFill>
        </p:spPr>
        <p:txBody>
          <a:bodyPr wrap="square" lIns="0" tIns="0" rIns="0" bIns="0" rtlCol="0">
            <a:noAutofit/>
          </a:bodyPr>
          <a:lstStyle/>
          <a:p>
            <a:endParaRPr sz="1216" dirty="0">
              <a:latin typeface="Arial" panose="020B0604020202020204" pitchFamily="34" charset="0"/>
            </a:endParaRPr>
          </a:p>
        </p:txBody>
      </p:sp>
      <p:sp>
        <p:nvSpPr>
          <p:cNvPr id="6" name="Text Placeholder 3"/>
          <p:cNvSpPr>
            <a:spLocks noGrp="1"/>
          </p:cNvSpPr>
          <p:nvPr>
            <p:ph type="body" sz="quarter" idx="11"/>
          </p:nvPr>
        </p:nvSpPr>
        <p:spPr>
          <a:xfrm>
            <a:off x="1546573" y="9055964"/>
            <a:ext cx="4753322" cy="362850"/>
          </a:xfrm>
        </p:spPr>
        <p:txBody>
          <a:bodyPr/>
          <a:lstStyle>
            <a:lvl1pPr>
              <a:defRPr sz="743">
                <a:solidFill>
                  <a:schemeClr val="bg1"/>
                </a:solidFill>
              </a:defRPr>
            </a:lvl1pPr>
            <a:lvl2pPr>
              <a:defRPr sz="743">
                <a:solidFill>
                  <a:schemeClr val="bg1"/>
                </a:solidFill>
              </a:defRPr>
            </a:lvl2pPr>
            <a:lvl3pPr>
              <a:buClr>
                <a:schemeClr val="bg1"/>
              </a:buClr>
              <a:defRPr sz="743">
                <a:solidFill>
                  <a:schemeClr val="bg1"/>
                </a:solidFill>
              </a:defRPr>
            </a:lvl3pPr>
            <a:lvl4pPr>
              <a:buClr>
                <a:schemeClr val="bg1"/>
              </a:buClr>
              <a:defRPr sz="743">
                <a:solidFill>
                  <a:schemeClr val="bg1"/>
                </a:solidFill>
              </a:defRPr>
            </a:lvl4pPr>
            <a:lvl5pPr>
              <a:buClr>
                <a:schemeClr val="bg1"/>
              </a:buClr>
              <a:defRPr sz="743">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189814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FINAL SLIDE">
    <p:spTree>
      <p:nvGrpSpPr>
        <p:cNvPr id="1" name=""/>
        <p:cNvGrpSpPr/>
        <p:nvPr/>
      </p:nvGrpSpPr>
      <p:grpSpPr>
        <a:xfrm>
          <a:off x="0" y="0"/>
          <a:ext cx="0" cy="0"/>
          <a:chOff x="0" y="0"/>
          <a:chExt cx="0" cy="0"/>
        </a:xfrm>
      </p:grpSpPr>
      <p:sp>
        <p:nvSpPr>
          <p:cNvPr id="10" name="object 3"/>
          <p:cNvSpPr/>
          <p:nvPr userDrawn="1"/>
        </p:nvSpPr>
        <p:spPr>
          <a:xfrm>
            <a:off x="3" y="2"/>
            <a:ext cx="893099" cy="11520488"/>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216" dirty="0">
              <a:latin typeface="Arial" panose="020B0604020202020204" pitchFamily="34" charset="0"/>
            </a:endParaRPr>
          </a:p>
        </p:txBody>
      </p:sp>
      <p:sp>
        <p:nvSpPr>
          <p:cNvPr id="16" name="Freeform 19"/>
          <p:cNvSpPr>
            <a:spLocks noChangeAspect="1" noEditPoints="1"/>
          </p:cNvSpPr>
          <p:nvPr userDrawn="1"/>
        </p:nvSpPr>
        <p:spPr bwMode="auto">
          <a:xfrm>
            <a:off x="1535154" y="880977"/>
            <a:ext cx="607022" cy="738557"/>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61724" tIns="30863" rIns="61724" bIns="30863" numCol="1" anchor="t" anchorCtr="0" compatLnSpc="1">
            <a:prstTxWarp prst="textNoShape">
              <a:avLst/>
            </a:prstTxWarp>
          </a:bodyPr>
          <a:lstStyle/>
          <a:p>
            <a:endParaRPr lang="en-GB" sz="1216" dirty="0"/>
          </a:p>
        </p:txBody>
      </p:sp>
      <p:sp>
        <p:nvSpPr>
          <p:cNvPr id="13" name="Text Placeholder 2"/>
          <p:cNvSpPr>
            <a:spLocks noGrp="1"/>
          </p:cNvSpPr>
          <p:nvPr>
            <p:ph type="body" sz="quarter" idx="11"/>
          </p:nvPr>
        </p:nvSpPr>
        <p:spPr>
          <a:xfrm>
            <a:off x="1535154" y="8015281"/>
            <a:ext cx="4416610" cy="1080724"/>
          </a:xfrm>
        </p:spPr>
        <p:txBody>
          <a:bodyPr/>
          <a:lstStyle>
            <a:lvl1pPr>
              <a:buFontTx/>
              <a:buNone/>
              <a:defRPr sz="743" b="0">
                <a:solidFill>
                  <a:schemeClr val="bg1">
                    <a:lumMod val="65000"/>
                  </a:schemeClr>
                </a:solidFill>
              </a:defRPr>
            </a:lvl1pPr>
            <a:lvl2pPr>
              <a:buFontTx/>
              <a:buNone/>
              <a:defRPr sz="743" b="0">
                <a:solidFill>
                  <a:schemeClr val="bg1">
                    <a:lumMod val="65000"/>
                  </a:schemeClr>
                </a:solidFill>
              </a:defRPr>
            </a:lvl2pPr>
            <a:lvl3pPr marL="0" indent="0">
              <a:buFontTx/>
              <a:buNone/>
              <a:defRPr sz="607" b="0">
                <a:solidFill>
                  <a:schemeClr val="bg1">
                    <a:lumMod val="65000"/>
                  </a:schemeClr>
                </a:solidFill>
              </a:defRPr>
            </a:lvl3pPr>
            <a:lvl4pPr marL="233292" indent="0">
              <a:buFontTx/>
              <a:buNone/>
              <a:defRPr sz="607" b="0">
                <a:solidFill>
                  <a:schemeClr val="bg1">
                    <a:lumMod val="65000"/>
                  </a:schemeClr>
                </a:solidFill>
              </a:defRPr>
            </a:lvl4pPr>
            <a:lvl5pPr marL="364521" indent="0">
              <a:buFontTx/>
              <a:buNone/>
              <a:defRPr sz="607" b="0">
                <a:solidFill>
                  <a:schemeClr val="bg1">
                    <a:lumMod val="65000"/>
                  </a:schemeClr>
                </a:solidFill>
              </a:defRPr>
            </a:lvl5pPr>
          </a:lstStyle>
          <a:p>
            <a:pPr lvl="0"/>
            <a:r>
              <a:rPr lang="en-US"/>
              <a:t>Click to edit Master text styles</a:t>
            </a:r>
          </a:p>
          <a:p>
            <a:pPr lvl="1"/>
            <a:r>
              <a:rPr lang="en-US"/>
              <a:t>Second level</a:t>
            </a:r>
          </a:p>
        </p:txBody>
      </p:sp>
      <p:sp>
        <p:nvSpPr>
          <p:cNvPr id="14" name="Text Placeholder 2"/>
          <p:cNvSpPr>
            <a:spLocks noGrp="1"/>
          </p:cNvSpPr>
          <p:nvPr>
            <p:ph type="body" sz="quarter" idx="12"/>
          </p:nvPr>
        </p:nvSpPr>
        <p:spPr>
          <a:xfrm>
            <a:off x="1535154" y="9593745"/>
            <a:ext cx="4416610" cy="284362"/>
          </a:xfrm>
        </p:spPr>
        <p:txBody>
          <a:bodyPr>
            <a:noAutofit/>
          </a:bodyPr>
          <a:lstStyle>
            <a:lvl1pPr>
              <a:buFontTx/>
              <a:buNone/>
              <a:defRPr sz="743" b="0">
                <a:solidFill>
                  <a:schemeClr val="bg1">
                    <a:lumMod val="65000"/>
                  </a:schemeClr>
                </a:solidFill>
              </a:defRPr>
            </a:lvl1pPr>
            <a:lvl2pPr>
              <a:buFontTx/>
              <a:buNone/>
              <a:defRPr sz="607" b="0">
                <a:solidFill>
                  <a:schemeClr val="bg1">
                    <a:lumMod val="65000"/>
                  </a:schemeClr>
                </a:solidFill>
              </a:defRPr>
            </a:lvl2pPr>
            <a:lvl3pPr marL="0" indent="0">
              <a:buFontTx/>
              <a:buNone/>
              <a:defRPr sz="607" b="0">
                <a:solidFill>
                  <a:schemeClr val="bg1">
                    <a:lumMod val="65000"/>
                  </a:schemeClr>
                </a:solidFill>
              </a:defRPr>
            </a:lvl3pPr>
            <a:lvl4pPr marL="233292" indent="0">
              <a:buFontTx/>
              <a:buNone/>
              <a:defRPr sz="607" b="0">
                <a:solidFill>
                  <a:schemeClr val="bg1">
                    <a:lumMod val="65000"/>
                  </a:schemeClr>
                </a:solidFill>
              </a:defRPr>
            </a:lvl4pPr>
            <a:lvl5pPr marL="364521" indent="0">
              <a:buFontTx/>
              <a:buNone/>
              <a:defRPr sz="607" b="0">
                <a:solidFill>
                  <a:schemeClr val="bg1">
                    <a:lumMod val="65000"/>
                  </a:schemeClr>
                </a:solidFill>
              </a:defRPr>
            </a:lvl5pPr>
          </a:lstStyle>
          <a:p>
            <a:pPr lvl="0"/>
            <a:r>
              <a:rPr lang="en-US"/>
              <a:t>Click to edit Master text styles</a:t>
            </a:r>
          </a:p>
        </p:txBody>
      </p:sp>
      <p:sp>
        <p:nvSpPr>
          <p:cNvPr id="15" name="Text Placeholder 2"/>
          <p:cNvSpPr>
            <a:spLocks noGrp="1"/>
          </p:cNvSpPr>
          <p:nvPr>
            <p:ph type="body" sz="quarter" idx="13"/>
          </p:nvPr>
        </p:nvSpPr>
        <p:spPr>
          <a:xfrm>
            <a:off x="1535154" y="6436824"/>
            <a:ext cx="4416610" cy="1080724"/>
          </a:xfrm>
        </p:spPr>
        <p:txBody>
          <a:bodyPr/>
          <a:lstStyle>
            <a:lvl1pPr>
              <a:buFontTx/>
              <a:buNone/>
              <a:defRPr sz="743" b="0">
                <a:solidFill>
                  <a:schemeClr val="bg1">
                    <a:lumMod val="65000"/>
                  </a:schemeClr>
                </a:solidFill>
              </a:defRPr>
            </a:lvl1pPr>
            <a:lvl2pPr>
              <a:buFontTx/>
              <a:buNone/>
              <a:defRPr sz="743" b="0">
                <a:solidFill>
                  <a:schemeClr val="bg1">
                    <a:lumMod val="65000"/>
                  </a:schemeClr>
                </a:solidFill>
              </a:defRPr>
            </a:lvl2pPr>
            <a:lvl3pPr marL="0" indent="0">
              <a:buFontTx/>
              <a:buNone/>
              <a:defRPr sz="607" b="0">
                <a:solidFill>
                  <a:schemeClr val="bg1">
                    <a:lumMod val="65000"/>
                  </a:schemeClr>
                </a:solidFill>
              </a:defRPr>
            </a:lvl3pPr>
            <a:lvl4pPr marL="233292" indent="0">
              <a:buFontTx/>
              <a:buNone/>
              <a:defRPr sz="607" b="0">
                <a:solidFill>
                  <a:schemeClr val="bg1">
                    <a:lumMod val="65000"/>
                  </a:schemeClr>
                </a:solidFill>
              </a:defRPr>
            </a:lvl4pPr>
            <a:lvl5pPr marL="364521" indent="0">
              <a:buFontTx/>
              <a:buNone/>
              <a:defRPr sz="607" b="0">
                <a:solidFill>
                  <a:schemeClr val="bg1">
                    <a:lumMod val="65000"/>
                  </a:schemeClr>
                </a:solidFill>
              </a:defRPr>
            </a:lvl5pPr>
          </a:lstStyle>
          <a:p>
            <a:pPr lvl="0"/>
            <a:r>
              <a:rPr lang="en-US"/>
              <a:t>Click to edit Master text styles</a:t>
            </a:r>
          </a:p>
          <a:p>
            <a:pPr lvl="1"/>
            <a:r>
              <a:rPr lang="en-US"/>
              <a:t>Second level</a:t>
            </a:r>
          </a:p>
        </p:txBody>
      </p:sp>
      <p:sp>
        <p:nvSpPr>
          <p:cNvPr id="23" name="Text Placeholder 2"/>
          <p:cNvSpPr>
            <a:spLocks noGrp="1"/>
          </p:cNvSpPr>
          <p:nvPr>
            <p:ph type="body" sz="quarter" idx="14"/>
          </p:nvPr>
        </p:nvSpPr>
        <p:spPr>
          <a:xfrm>
            <a:off x="1535161" y="5845929"/>
            <a:ext cx="1356603" cy="200011"/>
          </a:xfrm>
        </p:spPr>
        <p:txBody>
          <a:bodyPr/>
          <a:lstStyle>
            <a:lvl1pPr>
              <a:buFontTx/>
              <a:buNone/>
              <a:defRPr sz="810" b="1">
                <a:solidFill>
                  <a:schemeClr val="tx2"/>
                </a:solidFill>
              </a:defRPr>
            </a:lvl1pPr>
            <a:lvl2pPr>
              <a:buFontTx/>
              <a:buNone/>
              <a:defRPr sz="607" b="0">
                <a:solidFill>
                  <a:schemeClr val="bg1">
                    <a:lumMod val="65000"/>
                  </a:schemeClr>
                </a:solidFill>
              </a:defRPr>
            </a:lvl2pPr>
            <a:lvl3pPr marL="0" indent="0">
              <a:buFontTx/>
              <a:buNone/>
              <a:defRPr sz="607" b="0">
                <a:solidFill>
                  <a:schemeClr val="bg1">
                    <a:lumMod val="65000"/>
                  </a:schemeClr>
                </a:solidFill>
              </a:defRPr>
            </a:lvl3pPr>
            <a:lvl4pPr marL="233292" indent="0">
              <a:buFontTx/>
              <a:buNone/>
              <a:defRPr sz="607" b="0">
                <a:solidFill>
                  <a:schemeClr val="bg1">
                    <a:lumMod val="65000"/>
                  </a:schemeClr>
                </a:solidFill>
              </a:defRPr>
            </a:lvl4pPr>
            <a:lvl5pPr marL="364521" indent="0">
              <a:buFontTx/>
              <a:buNone/>
              <a:defRPr sz="607" b="0">
                <a:solidFill>
                  <a:schemeClr val="bg1">
                    <a:lumMod val="65000"/>
                  </a:schemeClr>
                </a:solidFill>
              </a:defRPr>
            </a:lvl5pPr>
          </a:lstStyle>
          <a:p>
            <a:pPr lvl="0"/>
            <a:r>
              <a:rPr lang="en-US"/>
              <a:t>Click to edit Master text styles</a:t>
            </a:r>
          </a:p>
        </p:txBody>
      </p:sp>
      <p:sp>
        <p:nvSpPr>
          <p:cNvPr id="24" name="Text Placeholder 2"/>
          <p:cNvSpPr>
            <a:spLocks noGrp="1"/>
          </p:cNvSpPr>
          <p:nvPr>
            <p:ph type="body" sz="quarter" idx="15"/>
          </p:nvPr>
        </p:nvSpPr>
        <p:spPr>
          <a:xfrm>
            <a:off x="3330289" y="5845929"/>
            <a:ext cx="1328213" cy="200011"/>
          </a:xfrm>
        </p:spPr>
        <p:txBody>
          <a:bodyPr/>
          <a:lstStyle>
            <a:lvl1pPr>
              <a:buFontTx/>
              <a:buNone/>
              <a:defRPr sz="810" b="1">
                <a:solidFill>
                  <a:schemeClr val="tx2"/>
                </a:solidFill>
              </a:defRPr>
            </a:lvl1pPr>
            <a:lvl2pPr>
              <a:buFontTx/>
              <a:buNone/>
              <a:defRPr sz="607" b="0">
                <a:solidFill>
                  <a:schemeClr val="bg1">
                    <a:lumMod val="65000"/>
                  </a:schemeClr>
                </a:solidFill>
              </a:defRPr>
            </a:lvl2pPr>
            <a:lvl3pPr marL="0" indent="0">
              <a:buFontTx/>
              <a:buNone/>
              <a:defRPr sz="607" b="0">
                <a:solidFill>
                  <a:schemeClr val="bg1">
                    <a:lumMod val="65000"/>
                  </a:schemeClr>
                </a:solidFill>
              </a:defRPr>
            </a:lvl3pPr>
            <a:lvl4pPr marL="233292" indent="0">
              <a:buFontTx/>
              <a:buNone/>
              <a:defRPr sz="607" b="0">
                <a:solidFill>
                  <a:schemeClr val="bg1">
                    <a:lumMod val="65000"/>
                  </a:schemeClr>
                </a:solidFill>
              </a:defRPr>
            </a:lvl4pPr>
            <a:lvl5pPr marL="364521" indent="0">
              <a:buFontTx/>
              <a:buNone/>
              <a:defRPr sz="607" b="0">
                <a:solidFill>
                  <a:schemeClr val="bg1">
                    <a:lumMod val="65000"/>
                  </a:schemeClr>
                </a:solidFill>
              </a:defRPr>
            </a:lvl5pPr>
          </a:lstStyle>
          <a:p>
            <a:pPr lvl="0"/>
            <a:r>
              <a:rPr lang="en-US"/>
              <a:t>Click to edit Master text styles</a:t>
            </a:r>
          </a:p>
        </p:txBody>
      </p:sp>
      <p:pic>
        <p:nvPicPr>
          <p:cNvPr id="25" name="Picture 2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330285" y="4996670"/>
            <a:ext cx="745809" cy="640029"/>
          </a:xfrm>
          <a:prstGeom prst="rect">
            <a:avLst/>
          </a:prstGeom>
        </p:spPr>
      </p:pic>
      <p:pic>
        <p:nvPicPr>
          <p:cNvPr id="26" name="Picture 2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35161" y="4996667"/>
            <a:ext cx="1419609" cy="645150"/>
          </a:xfrm>
          <a:prstGeom prst="rect">
            <a:avLst/>
          </a:prstGeom>
        </p:spPr>
      </p:pic>
      <p:sp>
        <p:nvSpPr>
          <p:cNvPr id="11" name="TextBox 10"/>
          <p:cNvSpPr txBox="1"/>
          <p:nvPr userDrawn="1"/>
        </p:nvSpPr>
        <p:spPr>
          <a:xfrm>
            <a:off x="1459318" y="11150207"/>
            <a:ext cx="3911452" cy="227391"/>
          </a:xfrm>
          <a:prstGeom prst="rect">
            <a:avLst/>
          </a:prstGeom>
          <a:noFill/>
        </p:spPr>
        <p:txBody>
          <a:bodyPr wrap="square" lIns="0" tIns="0" rIns="0" bIns="0" rtlCol="0">
            <a:noAutofit/>
          </a:bodyPr>
          <a:lstStyle/>
          <a:p>
            <a:pPr marL="0" marR="0" lvl="0" indent="0" algn="ctr" defTabSz="617254" rtl="0" eaLnBrk="1" fontAlgn="auto" latinLnBrk="0" hangingPunct="1">
              <a:lnSpc>
                <a:spcPct val="100000"/>
              </a:lnSpc>
              <a:spcBef>
                <a:spcPts val="0"/>
              </a:spcBef>
              <a:spcAft>
                <a:spcPts val="0"/>
              </a:spcAft>
              <a:buClrTx/>
              <a:buSzTx/>
              <a:buFontTx/>
              <a:buNone/>
              <a:tabLst/>
              <a:defRPr/>
            </a:pPr>
            <a:r>
              <a:rPr lang="en-GB" sz="406" b="1" kern="1200" noProof="0" dirty="0">
                <a:solidFill>
                  <a:schemeClr val="tx1"/>
                </a:solidFill>
                <a:latin typeface="+mn-lt"/>
                <a:ea typeface="+mn-ea"/>
                <a:cs typeface="+mn-cs"/>
              </a:rPr>
              <a:t>Document Classification: KPMG Confidential</a:t>
            </a:r>
          </a:p>
        </p:txBody>
      </p:sp>
    </p:spTree>
    <p:extLst>
      <p:ext uri="{BB962C8B-B14F-4D97-AF65-F5344CB8AC3E}">
        <p14:creationId xmlns:p14="http://schemas.microsoft.com/office/powerpoint/2010/main" val="326727365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61600" y="725366"/>
            <a:ext cx="5734800" cy="896037"/>
          </a:xfrm>
          <a:prstGeom prst="rect">
            <a:avLst/>
          </a:prstGeom>
        </p:spPr>
        <p:txBody>
          <a:bodyPr vert="horz" lIns="0" tIns="0" rIns="0" bIns="0" rtlCol="0" anchor="t"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564308" y="2236501"/>
            <a:ext cx="5734389" cy="7635919"/>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521449419"/>
      </p:ext>
    </p:extLst>
  </p:cSld>
  <p:clrMap bg1="lt1" tx1="dk1" bg2="lt2" tx2="dk2" accent1="accent1" accent2="accent2" accent3="accent3" accent4="accent4" accent5="accent5" accent6="accent6" hlink="hlink" folHlink="folHlink"/>
  <p:sldLayoutIdLst>
    <p:sldLayoutId id="2147483710" r:id="rId1"/>
    <p:sldLayoutId id="2147483709" r:id="rId2"/>
    <p:sldLayoutId id="2147483666" r:id="rId3"/>
    <p:sldLayoutId id="2147483684" r:id="rId4"/>
    <p:sldLayoutId id="2147483667" r:id="rId5"/>
  </p:sldLayoutIdLst>
  <p:txStyles>
    <p:titleStyle>
      <a:lvl1pPr algn="l" defTabSz="617254" rtl="0" eaLnBrk="1" latinLnBrk="0" hangingPunct="1">
        <a:lnSpc>
          <a:spcPct val="70000"/>
        </a:lnSpc>
        <a:spcBef>
          <a:spcPct val="0"/>
        </a:spcBef>
        <a:buNone/>
        <a:defRPr sz="3646" kern="1200">
          <a:solidFill>
            <a:schemeClr val="tx2"/>
          </a:solidFill>
          <a:latin typeface="+mj-lt"/>
          <a:ea typeface="+mj-ea"/>
          <a:cs typeface="+mj-cs"/>
        </a:defRPr>
      </a:lvl1pPr>
    </p:titleStyle>
    <p:bodyStyle>
      <a:lvl1pPr marL="0" indent="0" algn="l" defTabSz="617254" rtl="0" eaLnBrk="1" latinLnBrk="0" hangingPunct="1">
        <a:lnSpc>
          <a:spcPct val="100000"/>
        </a:lnSpc>
        <a:spcBef>
          <a:spcPts val="0"/>
        </a:spcBef>
        <a:spcAft>
          <a:spcPts val="406"/>
        </a:spcAft>
        <a:buFontTx/>
        <a:buNone/>
        <a:defRPr sz="1013" b="1" kern="1200">
          <a:solidFill>
            <a:schemeClr val="tx2"/>
          </a:solidFill>
          <a:latin typeface="+mn-lt"/>
          <a:ea typeface="+mn-ea"/>
          <a:cs typeface="+mn-cs"/>
        </a:defRPr>
      </a:lvl1pPr>
      <a:lvl2pPr marL="0" indent="0" algn="l" defTabSz="617254" rtl="0" eaLnBrk="1" latinLnBrk="0" hangingPunct="1">
        <a:lnSpc>
          <a:spcPct val="100000"/>
        </a:lnSpc>
        <a:spcBef>
          <a:spcPts val="0"/>
        </a:spcBef>
        <a:spcAft>
          <a:spcPts val="406"/>
        </a:spcAft>
        <a:buFontTx/>
        <a:buNone/>
        <a:defRPr sz="1013" kern="1200">
          <a:solidFill>
            <a:schemeClr val="tx2"/>
          </a:solidFill>
          <a:latin typeface="+mn-lt"/>
          <a:ea typeface="+mn-ea"/>
          <a:cs typeface="+mn-cs"/>
        </a:defRPr>
      </a:lvl2pPr>
      <a:lvl3pPr marL="191980" indent="-191980" algn="l" defTabSz="617254" rtl="0" eaLnBrk="1" latinLnBrk="0" hangingPunct="1">
        <a:lnSpc>
          <a:spcPct val="100000"/>
        </a:lnSpc>
        <a:spcBef>
          <a:spcPts val="0"/>
        </a:spcBef>
        <a:spcAft>
          <a:spcPts val="406"/>
        </a:spcAft>
        <a:buClr>
          <a:schemeClr val="tx2"/>
        </a:buClr>
        <a:buFont typeface="Arial" panose="020B0604020202020204" pitchFamily="34" charset="0"/>
        <a:buChar char="—"/>
        <a:defRPr sz="1013" kern="1200">
          <a:solidFill>
            <a:schemeClr val="tx2"/>
          </a:solidFill>
          <a:latin typeface="+mn-lt"/>
          <a:ea typeface="+mn-ea"/>
          <a:cs typeface="+mn-cs"/>
        </a:defRPr>
      </a:lvl3pPr>
      <a:lvl4pPr marL="388821" indent="-155529" algn="l" defTabSz="617254" rtl="0" eaLnBrk="1" latinLnBrk="0" hangingPunct="1">
        <a:lnSpc>
          <a:spcPct val="100000"/>
        </a:lnSpc>
        <a:spcBef>
          <a:spcPts val="0"/>
        </a:spcBef>
        <a:spcAft>
          <a:spcPts val="406"/>
        </a:spcAft>
        <a:buClr>
          <a:schemeClr val="tx2"/>
        </a:buClr>
        <a:buFont typeface="Arial" panose="020B0604020202020204" pitchFamily="34" charset="0"/>
        <a:buChar char="-"/>
        <a:defRPr sz="1013" kern="1200">
          <a:solidFill>
            <a:schemeClr val="tx2"/>
          </a:solidFill>
          <a:latin typeface="+mn-lt"/>
          <a:ea typeface="+mn-ea"/>
          <a:cs typeface="+mn-cs"/>
        </a:defRPr>
      </a:lvl4pPr>
      <a:lvl5pPr marL="556500" indent="-191980" algn="l" defTabSz="617254" rtl="0" eaLnBrk="1" latinLnBrk="0" hangingPunct="1">
        <a:lnSpc>
          <a:spcPct val="100000"/>
        </a:lnSpc>
        <a:spcBef>
          <a:spcPts val="0"/>
        </a:spcBef>
        <a:spcAft>
          <a:spcPts val="406"/>
        </a:spcAft>
        <a:buClr>
          <a:schemeClr val="tx2"/>
        </a:buClr>
        <a:buFont typeface="Arial" panose="020B0604020202020204" pitchFamily="34" charset="0"/>
        <a:buChar char="—"/>
        <a:defRPr sz="1013" kern="1200" baseline="0">
          <a:solidFill>
            <a:schemeClr val="tx2"/>
          </a:solidFill>
          <a:latin typeface="+mn-lt"/>
          <a:ea typeface="+mn-ea"/>
          <a:cs typeface="+mn-cs"/>
        </a:defRPr>
      </a:lvl5pPr>
      <a:lvl6pPr marL="741191" indent="-155529" algn="l" defTabSz="617254" rtl="0" eaLnBrk="1" latinLnBrk="0" hangingPunct="1">
        <a:lnSpc>
          <a:spcPct val="100000"/>
        </a:lnSpc>
        <a:spcBef>
          <a:spcPts val="0"/>
        </a:spcBef>
        <a:spcAft>
          <a:spcPts val="406"/>
        </a:spcAft>
        <a:buClr>
          <a:schemeClr val="tx2"/>
        </a:buClr>
        <a:buFont typeface="Arial" panose="020B0604020202020204" pitchFamily="34" charset="0"/>
        <a:buChar char="-"/>
        <a:defRPr sz="1013" kern="1200">
          <a:solidFill>
            <a:schemeClr val="tx2"/>
          </a:solidFill>
          <a:latin typeface="+mn-lt"/>
          <a:ea typeface="+mn-ea"/>
          <a:cs typeface="+mn-cs"/>
        </a:defRPr>
      </a:lvl6pPr>
      <a:lvl7pPr marL="925881" indent="-191980" algn="l" defTabSz="617254" rtl="0" eaLnBrk="1" latinLnBrk="0" hangingPunct="1">
        <a:lnSpc>
          <a:spcPct val="100000"/>
        </a:lnSpc>
        <a:spcBef>
          <a:spcPts val="0"/>
        </a:spcBef>
        <a:spcAft>
          <a:spcPts val="406"/>
        </a:spcAft>
        <a:buClr>
          <a:schemeClr val="tx2"/>
        </a:buClr>
        <a:buFont typeface="Arial" panose="020B0604020202020204" pitchFamily="34" charset="0"/>
        <a:buChar char="—"/>
        <a:defRPr sz="1013" kern="1200">
          <a:solidFill>
            <a:schemeClr val="tx2"/>
          </a:solidFill>
          <a:latin typeface="+mn-lt"/>
          <a:ea typeface="+mn-ea"/>
          <a:cs typeface="+mn-cs"/>
        </a:defRPr>
      </a:lvl7pPr>
      <a:lvl8pPr marL="1110571" indent="-154314" algn="l" defTabSz="617254" rtl="0" eaLnBrk="1" latinLnBrk="0" hangingPunct="1">
        <a:lnSpc>
          <a:spcPct val="100000"/>
        </a:lnSpc>
        <a:spcBef>
          <a:spcPts val="0"/>
        </a:spcBef>
        <a:spcAft>
          <a:spcPts val="406"/>
        </a:spcAft>
        <a:buClr>
          <a:schemeClr val="tx2"/>
        </a:buClr>
        <a:buFont typeface="Arial" panose="020B0604020202020204" pitchFamily="34" charset="0"/>
        <a:buChar char="-"/>
        <a:defRPr sz="1013" kern="1200">
          <a:solidFill>
            <a:schemeClr val="tx2"/>
          </a:solidFill>
          <a:latin typeface="+mn-lt"/>
          <a:ea typeface="+mn-ea"/>
          <a:cs typeface="+mn-cs"/>
        </a:defRPr>
      </a:lvl8pPr>
      <a:lvl9pPr marL="2623326" indent="-154314" algn="l" defTabSz="617254" rtl="0" eaLnBrk="1" latinLnBrk="0" hangingPunct="1">
        <a:lnSpc>
          <a:spcPct val="90000"/>
        </a:lnSpc>
        <a:spcBef>
          <a:spcPts val="337"/>
        </a:spcBef>
        <a:buFont typeface="Arial" panose="020B0604020202020204" pitchFamily="34" charset="0"/>
        <a:buChar char="•"/>
        <a:defRPr sz="1216" kern="1200">
          <a:solidFill>
            <a:schemeClr val="tx1"/>
          </a:solidFill>
          <a:latin typeface="+mn-lt"/>
          <a:ea typeface="+mn-ea"/>
          <a:cs typeface="+mn-cs"/>
        </a:defRPr>
      </a:lvl9pPr>
    </p:bodyStyle>
    <p:otherStyle>
      <a:defPPr>
        <a:defRPr lang="en-US"/>
      </a:defPPr>
      <a:lvl1pPr marL="0" algn="l" defTabSz="617254" rtl="0" eaLnBrk="1" latinLnBrk="0" hangingPunct="1">
        <a:defRPr sz="1216" kern="1200">
          <a:solidFill>
            <a:schemeClr val="tx1"/>
          </a:solidFill>
          <a:latin typeface="+mn-lt"/>
          <a:ea typeface="+mn-ea"/>
          <a:cs typeface="+mn-cs"/>
        </a:defRPr>
      </a:lvl1pPr>
      <a:lvl2pPr marL="308628" algn="l" defTabSz="617254" rtl="0" eaLnBrk="1" latinLnBrk="0" hangingPunct="1">
        <a:defRPr sz="1216" kern="1200">
          <a:solidFill>
            <a:schemeClr val="tx1"/>
          </a:solidFill>
          <a:latin typeface="+mn-lt"/>
          <a:ea typeface="+mn-ea"/>
          <a:cs typeface="+mn-cs"/>
        </a:defRPr>
      </a:lvl2pPr>
      <a:lvl3pPr marL="617254" algn="l" defTabSz="617254" rtl="0" eaLnBrk="1" latinLnBrk="0" hangingPunct="1">
        <a:defRPr sz="1216" kern="1200">
          <a:solidFill>
            <a:schemeClr val="tx1"/>
          </a:solidFill>
          <a:latin typeface="+mn-lt"/>
          <a:ea typeface="+mn-ea"/>
          <a:cs typeface="+mn-cs"/>
        </a:defRPr>
      </a:lvl3pPr>
      <a:lvl4pPr marL="925881" algn="l" defTabSz="617254" rtl="0" eaLnBrk="1" latinLnBrk="0" hangingPunct="1">
        <a:defRPr sz="1216" kern="1200">
          <a:solidFill>
            <a:schemeClr val="tx1"/>
          </a:solidFill>
          <a:latin typeface="+mn-lt"/>
          <a:ea typeface="+mn-ea"/>
          <a:cs typeface="+mn-cs"/>
        </a:defRPr>
      </a:lvl4pPr>
      <a:lvl5pPr marL="1234507" algn="l" defTabSz="617254" rtl="0" eaLnBrk="1" latinLnBrk="0" hangingPunct="1">
        <a:defRPr sz="1216" kern="1200">
          <a:solidFill>
            <a:schemeClr val="tx1"/>
          </a:solidFill>
          <a:latin typeface="+mn-lt"/>
          <a:ea typeface="+mn-ea"/>
          <a:cs typeface="+mn-cs"/>
        </a:defRPr>
      </a:lvl5pPr>
      <a:lvl6pPr marL="1543134" algn="l" defTabSz="617254" rtl="0" eaLnBrk="1" latinLnBrk="0" hangingPunct="1">
        <a:defRPr sz="1216" kern="1200">
          <a:solidFill>
            <a:schemeClr val="tx1"/>
          </a:solidFill>
          <a:latin typeface="+mn-lt"/>
          <a:ea typeface="+mn-ea"/>
          <a:cs typeface="+mn-cs"/>
        </a:defRPr>
      </a:lvl6pPr>
      <a:lvl7pPr marL="1851759" algn="l" defTabSz="617254" rtl="0" eaLnBrk="1" latinLnBrk="0" hangingPunct="1">
        <a:defRPr sz="1216" kern="1200">
          <a:solidFill>
            <a:schemeClr val="tx1"/>
          </a:solidFill>
          <a:latin typeface="+mn-lt"/>
          <a:ea typeface="+mn-ea"/>
          <a:cs typeface="+mn-cs"/>
        </a:defRPr>
      </a:lvl7pPr>
      <a:lvl8pPr marL="2160388" algn="l" defTabSz="617254" rtl="0" eaLnBrk="1" latinLnBrk="0" hangingPunct="1">
        <a:defRPr sz="1216" kern="1200">
          <a:solidFill>
            <a:schemeClr val="tx1"/>
          </a:solidFill>
          <a:latin typeface="+mn-lt"/>
          <a:ea typeface="+mn-ea"/>
          <a:cs typeface="+mn-cs"/>
        </a:defRPr>
      </a:lvl8pPr>
      <a:lvl9pPr marL="2469014" algn="l" defTabSz="617254" rtl="0" eaLnBrk="1" latinLnBrk="0" hangingPunct="1">
        <a:defRPr sz="1216"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6219" userDrawn="1">
          <p15:clr>
            <a:srgbClr val="F26B43"/>
          </p15:clr>
        </p15:guide>
        <p15:guide id="2" pos="353" userDrawn="1">
          <p15:clr>
            <a:srgbClr val="F26B43"/>
          </p15:clr>
        </p15:guide>
        <p15:guide id="3" pos="3968" userDrawn="1">
          <p15:clr>
            <a:srgbClr val="F26B43"/>
          </p15:clr>
        </p15:guide>
        <p15:guide id="4" orient="horz" pos="1400"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3" Type="http://schemas.openxmlformats.org/officeDocument/2006/relationships/hyperlink" Target="mailto:trishabh8@gmail.com" TargetMode="External"/><Relationship Id="rId7" Type="http://schemas.openxmlformats.org/officeDocument/2006/relationships/image" Target="../media/image5.png"/><Relationship Id="rId12" Type="http://schemas.openxmlformats.org/officeDocument/2006/relationships/image" Target="../media/image10.jpe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4.jpeg"/><Relationship Id="rId11" Type="http://schemas.openxmlformats.org/officeDocument/2006/relationships/image" Target="../media/image9.jpeg"/><Relationship Id="rId5" Type="http://schemas.openxmlformats.org/officeDocument/2006/relationships/hyperlink" Target="https://github.com/mccaurtney87" TargetMode="External"/><Relationship Id="rId10" Type="http://schemas.openxmlformats.org/officeDocument/2006/relationships/image" Target="../media/image8.svg"/><Relationship Id="rId4" Type="http://schemas.openxmlformats.org/officeDocument/2006/relationships/hyperlink" Target="https://www.linkedin.com/in/rishabh-tripathi-8595a617b/" TargetMode="External"/><Relationship Id="rId9" Type="http://schemas.openxmlformats.org/officeDocument/2006/relationships/image" Target="../media/image7.png"/><Relationship Id="rId14" Type="http://schemas.openxmlformats.org/officeDocument/2006/relationships/image" Target="../media/image1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Line 6">
            <a:extLst>
              <a:ext uri="{FF2B5EF4-FFF2-40B4-BE49-F238E27FC236}">
                <a16:creationId xmlns:a16="http://schemas.microsoft.com/office/drawing/2014/main" id="{C8A82FA1-A640-6E7F-83D2-83BB764AE830}"/>
              </a:ext>
            </a:extLst>
          </p:cNvPr>
          <p:cNvSpPr>
            <a:spLocks noChangeShapeType="1"/>
          </p:cNvSpPr>
          <p:nvPr/>
        </p:nvSpPr>
        <p:spPr bwMode="auto">
          <a:xfrm>
            <a:off x="1737354" y="723426"/>
            <a:ext cx="0" cy="10620000"/>
          </a:xfrm>
          <a:prstGeom prst="line">
            <a:avLst/>
          </a:prstGeom>
          <a:noFill/>
          <a:ln w="6350">
            <a:solidFill>
              <a:srgbClr val="A4C0DC"/>
            </a:solidFill>
            <a:round/>
            <a:headEnd/>
            <a:tailEnd/>
          </a:ln>
        </p:spPr>
        <p:txBody>
          <a:bodyPr anchor="ctr"/>
          <a:lstStyle/>
          <a:p>
            <a:pPr fontAlgn="base">
              <a:spcBef>
                <a:spcPct val="0"/>
              </a:spcBef>
              <a:spcAft>
                <a:spcPct val="0"/>
              </a:spcAft>
            </a:pPr>
            <a:endParaRPr lang="en-US" sz="607" dirty="0">
              <a:solidFill>
                <a:srgbClr val="000000"/>
              </a:solidFill>
              <a:latin typeface="Univers for KPMG" panose="020B0603020202020204" pitchFamily="34" charset="0"/>
              <a:cs typeface="Calibri" pitchFamily="34" charset="0"/>
            </a:endParaRPr>
          </a:p>
        </p:txBody>
      </p:sp>
      <p:sp>
        <p:nvSpPr>
          <p:cNvPr id="11" name="Title 1">
            <a:extLst>
              <a:ext uri="{FF2B5EF4-FFF2-40B4-BE49-F238E27FC236}">
                <a16:creationId xmlns:a16="http://schemas.microsoft.com/office/drawing/2014/main" id="{E98FD351-DCB3-5E67-700D-2531A16FD028}"/>
              </a:ext>
            </a:extLst>
          </p:cNvPr>
          <p:cNvSpPr>
            <a:spLocks noGrp="1"/>
          </p:cNvSpPr>
          <p:nvPr>
            <p:ph type="title" idx="4294967295"/>
          </p:nvPr>
        </p:nvSpPr>
        <p:spPr>
          <a:xfrm>
            <a:off x="129600" y="143521"/>
            <a:ext cx="6109129" cy="286921"/>
          </a:xfrm>
        </p:spPr>
        <p:txBody>
          <a:bodyPr/>
          <a:lstStyle/>
          <a:p>
            <a:r>
              <a:rPr lang="en-US" sz="2640" b="1" dirty="0">
                <a:solidFill>
                  <a:schemeClr val="bg1"/>
                </a:solidFill>
                <a:latin typeface="+mn-lt"/>
                <a:cs typeface="Times New Roman" panose="02020603050405020304" pitchFamily="18" charset="0"/>
              </a:rPr>
              <a:t>Rishabh Tripathi – Curriculum Vittae</a:t>
            </a:r>
          </a:p>
        </p:txBody>
      </p:sp>
      <p:sp>
        <p:nvSpPr>
          <p:cNvPr id="3" name="TextBox 2">
            <a:extLst>
              <a:ext uri="{FF2B5EF4-FFF2-40B4-BE49-F238E27FC236}">
                <a16:creationId xmlns:a16="http://schemas.microsoft.com/office/drawing/2014/main" id="{CEE4E18B-CE2E-7213-6947-6B7A2E12B10F}"/>
              </a:ext>
            </a:extLst>
          </p:cNvPr>
          <p:cNvSpPr txBox="1"/>
          <p:nvPr/>
        </p:nvSpPr>
        <p:spPr>
          <a:xfrm>
            <a:off x="1813289" y="652547"/>
            <a:ext cx="4927869" cy="10761757"/>
          </a:xfrm>
          <a:prstGeom prst="rect">
            <a:avLst/>
          </a:prstGeom>
          <a:noFill/>
        </p:spPr>
        <p:txBody>
          <a:bodyPr wrap="square" lIns="54610" tIns="54610" rIns="54610" bIns="54610" rtlCol="0">
            <a:noAutofit/>
          </a:bodyPr>
          <a:lstStyle/>
          <a:p>
            <a:pPr marL="0" lvl="2" indent="0" algn="just" defTabSz="378744">
              <a:spcBef>
                <a:spcPts val="0"/>
              </a:spcBef>
              <a:spcAft>
                <a:spcPts val="601"/>
              </a:spcAft>
              <a:buSzPct val="80000"/>
              <a:buNone/>
              <a:defRPr/>
            </a:pPr>
            <a:r>
              <a:rPr lang="en-US" sz="1200" b="1" dirty="0">
                <a:solidFill>
                  <a:srgbClr val="00338D"/>
                </a:solidFill>
                <a:cs typeface="Times New Roman" panose="02020603050405020304" pitchFamily="18" charset="0"/>
              </a:rPr>
              <a:t>Background</a:t>
            </a:r>
            <a:endParaRPr lang="en-US" sz="1200" b="1" dirty="0">
              <a:cs typeface="Times New Roman" panose="02020603050405020304" pitchFamily="18" charset="0"/>
            </a:endParaRPr>
          </a:p>
          <a:p>
            <a:pPr marL="0" lvl="2" indent="0" algn="just" defTabSz="378744">
              <a:lnSpc>
                <a:spcPts val="1100"/>
              </a:lnSpc>
              <a:spcBef>
                <a:spcPts val="0"/>
              </a:spcBef>
              <a:spcAft>
                <a:spcPts val="601"/>
              </a:spcAft>
              <a:buSzPct val="80000"/>
              <a:buNone/>
              <a:defRPr/>
            </a:pPr>
            <a:r>
              <a:rPr lang="en-US" sz="1000" dirty="0">
                <a:cs typeface="Times New Roman" panose="02020603050405020304" pitchFamily="18" charset="0"/>
              </a:rPr>
              <a:t>Rishabh is a data analyst with KPMG’s Digital Solutions team. Having experience of 2.5 years in Data Analytics enabled digital transformation to analyze and creatively interpret data to provide organizations with effective solutions and assist with decision making. He had the opportunity to work with clients from diverse sectors, including Manufacturing, Healthcare, Telecom, Banking and Retail. His expertise lies in utilizing technologies such as Python and SQL databases like MySQL, Postgres, and ClickhouseDB and visualization tools like PowerBI and Apache Superset. </a:t>
            </a:r>
          </a:p>
          <a:p>
            <a:pPr marL="2870200" lvl="2" indent="-2870200" algn="just" defTabSz="378744">
              <a:spcBef>
                <a:spcPts val="0"/>
              </a:spcBef>
              <a:spcAft>
                <a:spcPts val="601"/>
              </a:spcAft>
              <a:buSzPct val="80000"/>
              <a:buNone/>
              <a:defRPr/>
            </a:pPr>
            <a:r>
              <a:rPr lang="en-US" sz="1200" b="1" dirty="0">
                <a:solidFill>
                  <a:srgbClr val="00338D"/>
                </a:solidFill>
                <a:cs typeface="Times New Roman" panose="02020603050405020304" pitchFamily="18" charset="0"/>
              </a:rPr>
              <a:t>Professional Experience	KPMG (July 2021-Present)</a:t>
            </a:r>
          </a:p>
          <a:p>
            <a:pPr algn="just" defTabSz="378744" fontAlgn="b">
              <a:spcAft>
                <a:spcPts val="500"/>
              </a:spcAft>
              <a:buSzPct val="80000"/>
              <a:defRPr/>
            </a:pPr>
            <a:r>
              <a:rPr lang="en-US" sz="950" b="1" dirty="0">
                <a:solidFill>
                  <a:srgbClr val="000000"/>
                </a:solidFill>
                <a:latin typeface="+mn-lt"/>
                <a:cs typeface="Calibri" panose="020F0502020204030204" pitchFamily="34" charset="0"/>
              </a:rPr>
              <a:t>Gen-AI Integration with Database (Proof of concept - POC )</a:t>
            </a:r>
            <a:endParaRPr lang="en-US" sz="950" b="1" dirty="0">
              <a:solidFill>
                <a:srgbClr val="000000"/>
              </a:solidFill>
              <a:cs typeface="Calibri" panose="020F0502020204030204" pitchFamily="34" charset="0"/>
            </a:endParaRPr>
          </a:p>
          <a:p>
            <a:pPr marL="171450" lvl="2" indent="-171450" algn="just" defTabSz="378744">
              <a:spcBef>
                <a:spcPts val="0"/>
              </a:spcBef>
              <a:spcAft>
                <a:spcPts val="200"/>
              </a:spcAft>
              <a:buSzPct val="80000"/>
              <a:buFont typeface="Arial" panose="020B0604020202020204" pitchFamily="34" charset="0"/>
              <a:buChar char="•"/>
              <a:defRPr/>
            </a:pPr>
            <a:r>
              <a:rPr lang="en-US" sz="1000" dirty="0">
                <a:solidFill>
                  <a:srgbClr val="000000"/>
                </a:solidFill>
                <a:cs typeface="Calibri" panose="020F0502020204030204" pitchFamily="34" charset="0"/>
              </a:rPr>
              <a:t>Led POC to develop a chatbot using </a:t>
            </a:r>
            <a:r>
              <a:rPr lang="en-US" sz="1000" b="1" dirty="0" err="1">
                <a:solidFill>
                  <a:srgbClr val="000000"/>
                </a:solidFill>
                <a:cs typeface="Calibri" panose="020F0502020204030204" pitchFamily="34" charset="0"/>
              </a:rPr>
              <a:t>Tkinter</a:t>
            </a:r>
            <a:r>
              <a:rPr lang="en-US" sz="1000" b="1" dirty="0">
                <a:solidFill>
                  <a:srgbClr val="000000"/>
                </a:solidFill>
                <a:cs typeface="Calibri" panose="020F0502020204030204" pitchFamily="34" charset="0"/>
              </a:rPr>
              <a:t>-Python</a:t>
            </a:r>
            <a:r>
              <a:rPr lang="en-US" sz="1000" dirty="0">
                <a:solidFill>
                  <a:srgbClr val="000000"/>
                </a:solidFill>
                <a:cs typeface="Calibri" panose="020F0502020204030204" pitchFamily="34" charset="0"/>
              </a:rPr>
              <a:t> leveraging </a:t>
            </a:r>
            <a:r>
              <a:rPr lang="en-US" sz="1000" dirty="0" err="1">
                <a:solidFill>
                  <a:srgbClr val="000000"/>
                </a:solidFill>
                <a:cs typeface="Calibri" panose="020F0502020204030204" pitchFamily="34" charset="0"/>
              </a:rPr>
              <a:t>OpenAI’s</a:t>
            </a:r>
            <a:r>
              <a:rPr lang="en-US" sz="1000" dirty="0">
                <a:solidFill>
                  <a:srgbClr val="000000"/>
                </a:solidFill>
                <a:cs typeface="Calibri" panose="020F0502020204030204" pitchFamily="34" charset="0"/>
              </a:rPr>
              <a:t> </a:t>
            </a:r>
            <a:r>
              <a:rPr lang="en-US" sz="1000" b="1" dirty="0">
                <a:solidFill>
                  <a:srgbClr val="000000"/>
                </a:solidFill>
                <a:cs typeface="Calibri" panose="020F0502020204030204" pitchFamily="34" charset="0"/>
              </a:rPr>
              <a:t>GPT 3.5 Turbo API</a:t>
            </a:r>
            <a:r>
              <a:rPr lang="en-US" sz="1000" dirty="0">
                <a:solidFill>
                  <a:srgbClr val="000000"/>
                </a:solidFill>
                <a:cs typeface="Calibri" panose="020F0502020204030204" pitchFamily="34" charset="0"/>
              </a:rPr>
              <a:t> for sophisticated Natural Language Processing allowing users query their database. </a:t>
            </a:r>
          </a:p>
          <a:p>
            <a:pPr marL="182563" lvl="2" algn="just" defTabSz="378744">
              <a:spcBef>
                <a:spcPts val="0"/>
              </a:spcBef>
              <a:spcAft>
                <a:spcPts val="200"/>
              </a:spcAft>
              <a:buSzPct val="80000"/>
              <a:defRPr/>
            </a:pPr>
            <a:r>
              <a:rPr lang="en-US" sz="1000" dirty="0">
                <a:solidFill>
                  <a:srgbClr val="000000"/>
                </a:solidFill>
                <a:cs typeface="Calibri" panose="020F0502020204030204" pitchFamily="34" charset="0"/>
              </a:rPr>
              <a:t>Chatbot provides the functionality to integrate with any dataset in </a:t>
            </a:r>
            <a:r>
              <a:rPr lang="en-US" sz="1000" b="1" dirty="0" err="1">
                <a:solidFill>
                  <a:srgbClr val="000000"/>
                </a:solidFill>
                <a:cs typeface="Calibri" panose="020F0502020204030204" pitchFamily="34" charset="0"/>
              </a:rPr>
              <a:t>PostgresDB</a:t>
            </a:r>
            <a:r>
              <a:rPr lang="en-US" sz="1000" dirty="0">
                <a:solidFill>
                  <a:srgbClr val="000000"/>
                </a:solidFill>
                <a:cs typeface="Calibri" panose="020F0502020204030204" pitchFamily="34" charset="0"/>
              </a:rPr>
              <a:t> and provides insights from the dataset by asking questions in English language (e.g. – Show top 5 suppliers by spend/ category).</a:t>
            </a:r>
            <a:endParaRPr lang="en-US" sz="1000" b="1" dirty="0">
              <a:solidFill>
                <a:srgbClr val="000000"/>
              </a:solidFill>
              <a:latin typeface="+mn-lt"/>
              <a:cs typeface="Calibri" panose="020F0502020204030204" pitchFamily="34" charset="0"/>
            </a:endParaRPr>
          </a:p>
          <a:p>
            <a:pPr marL="0" lvl="2" indent="0" algn="just" defTabSz="378744">
              <a:spcBef>
                <a:spcPts val="800"/>
              </a:spcBef>
              <a:spcAft>
                <a:spcPts val="200"/>
              </a:spcAft>
              <a:buSzPct val="80000"/>
              <a:buNone/>
              <a:defRPr/>
            </a:pPr>
            <a:r>
              <a:rPr lang="en-US" sz="950" b="1" dirty="0">
                <a:solidFill>
                  <a:srgbClr val="000000"/>
                </a:solidFill>
                <a:latin typeface="+mn-lt"/>
                <a:cs typeface="Calibri" panose="020F0502020204030204" pitchFamily="34" charset="0"/>
              </a:rPr>
              <a:t>Product Reporting using Apache Superset - Tanla</a:t>
            </a:r>
          </a:p>
          <a:p>
            <a:pPr marL="171450" lvl="2" indent="-171450" algn="just" defTabSz="378744">
              <a:spcBef>
                <a:spcPts val="0"/>
              </a:spcBef>
              <a:spcAft>
                <a:spcPts val="200"/>
              </a:spcAft>
              <a:buSzPct val="80000"/>
              <a:buFont typeface="Arial" panose="020B0604020202020204" pitchFamily="34" charset="0"/>
              <a:buChar char="•"/>
              <a:defRPr/>
            </a:pPr>
            <a:r>
              <a:rPr lang="en-US" sz="1000" dirty="0">
                <a:solidFill>
                  <a:srgbClr val="000000"/>
                </a:solidFill>
                <a:cs typeface="Times New Roman" panose="02020603050405020304" pitchFamily="18" charset="0"/>
              </a:rPr>
              <a:t>Worked with industry leading CPaaS client to singlehandedly create reports and dashboards churning out insights for their flagship Anti-Phishing product thereby driving business KPIs and identifying critical flaws during the build stage of the product.</a:t>
            </a:r>
            <a:endParaRPr lang="en-US" sz="1000" b="1" dirty="0">
              <a:solidFill>
                <a:srgbClr val="000000"/>
              </a:solidFill>
              <a:cs typeface="Calibri" panose="020F0502020204030204" pitchFamily="34" charset="0"/>
            </a:endParaRPr>
          </a:p>
          <a:p>
            <a:pPr marL="171450" lvl="2" indent="-171450" algn="just" defTabSz="378744">
              <a:spcBef>
                <a:spcPts val="0"/>
              </a:spcBef>
              <a:spcAft>
                <a:spcPts val="200"/>
              </a:spcAft>
              <a:buSzPct val="80000"/>
              <a:buFont typeface="Arial" panose="020B0604020202020204" pitchFamily="34" charset="0"/>
              <a:buChar char="•"/>
              <a:defRPr/>
            </a:pPr>
            <a:r>
              <a:rPr lang="en-US" sz="1000" dirty="0">
                <a:solidFill>
                  <a:srgbClr val="000000"/>
                </a:solidFill>
                <a:cs typeface="Times New Roman" panose="02020603050405020304" pitchFamily="18" charset="0"/>
              </a:rPr>
              <a:t>Assisted senior stakeholders to take data driven decisions and make required amendments to the product suiting dynamic market requirements.</a:t>
            </a:r>
          </a:p>
          <a:p>
            <a:pPr marL="171450" lvl="2" indent="-171450" algn="just" defTabSz="378744">
              <a:spcBef>
                <a:spcPts val="0"/>
              </a:spcBef>
              <a:spcAft>
                <a:spcPts val="200"/>
              </a:spcAft>
              <a:buSzPct val="80000"/>
              <a:buFont typeface="Arial" panose="020B0604020202020204" pitchFamily="34" charset="0"/>
              <a:buChar char="•"/>
              <a:defRPr/>
            </a:pPr>
            <a:r>
              <a:rPr lang="en-US" sz="1000" dirty="0">
                <a:cs typeface="Times New Roman" panose="02020603050405020304" pitchFamily="18" charset="0"/>
              </a:rPr>
              <a:t>Played a pivotal role in solidifying </a:t>
            </a:r>
            <a:r>
              <a:rPr lang="en-US" sz="1000" b="1" dirty="0">
                <a:cs typeface="Times New Roman" panose="02020603050405020304" pitchFamily="18" charset="0"/>
              </a:rPr>
              <a:t>Apache Superset's </a:t>
            </a:r>
            <a:r>
              <a:rPr lang="en-US" sz="1000" dirty="0">
                <a:cs typeface="Times New Roman" panose="02020603050405020304" pitchFamily="18" charset="0"/>
              </a:rPr>
              <a:t>position as a viable solution by taking the initiative to learn the platform from scratch, conducting extensive feature exploration and actively engaging with its creators and contributors developing </a:t>
            </a:r>
            <a:r>
              <a:rPr lang="en-US" sz="1000" dirty="0">
                <a:solidFill>
                  <a:srgbClr val="000000"/>
                </a:solidFill>
                <a:cs typeface="Times New Roman" panose="02020603050405020304" pitchFamily="18" charset="0"/>
              </a:rPr>
              <a:t>engaging reports optimized for best user experience. Platform POCs were conducted with </a:t>
            </a:r>
            <a:r>
              <a:rPr lang="en-US" sz="1000" b="1" dirty="0">
                <a:solidFill>
                  <a:srgbClr val="000000"/>
                </a:solidFill>
                <a:cs typeface="Times New Roman" panose="02020603050405020304" pitchFamily="18" charset="0"/>
              </a:rPr>
              <a:t>Vodafone-Idea, HDFC, ICICI and Kotak-Mahindra </a:t>
            </a:r>
            <a:r>
              <a:rPr lang="en-US" sz="1000" dirty="0">
                <a:solidFill>
                  <a:srgbClr val="000000"/>
                </a:solidFill>
                <a:cs typeface="Times New Roman" panose="02020603050405020304" pitchFamily="18" charset="0"/>
              </a:rPr>
              <a:t>Bank.</a:t>
            </a:r>
          </a:p>
          <a:p>
            <a:pPr marL="171450" lvl="2" indent="-171450" algn="just" defTabSz="378744">
              <a:spcBef>
                <a:spcPts val="0"/>
              </a:spcBef>
              <a:spcAft>
                <a:spcPts val="200"/>
              </a:spcAft>
              <a:buSzPct val="80000"/>
              <a:buFont typeface="Arial" panose="020B0604020202020204" pitchFamily="34" charset="0"/>
              <a:buChar char="•"/>
              <a:defRPr/>
            </a:pPr>
            <a:r>
              <a:rPr lang="en-US" sz="1000" dirty="0">
                <a:solidFill>
                  <a:srgbClr val="000000"/>
                </a:solidFill>
                <a:cs typeface="Times New Roman" panose="02020603050405020304" pitchFamily="18" charset="0"/>
              </a:rPr>
              <a:t>Single handedly designed data model and wrote </a:t>
            </a:r>
            <a:r>
              <a:rPr lang="en-US" sz="1000" b="1" dirty="0">
                <a:solidFill>
                  <a:srgbClr val="000000"/>
                </a:solidFill>
                <a:cs typeface="Times New Roman" panose="02020603050405020304" pitchFamily="18" charset="0"/>
              </a:rPr>
              <a:t>SQL</a:t>
            </a:r>
            <a:r>
              <a:rPr lang="en-US" sz="1000" dirty="0">
                <a:solidFill>
                  <a:srgbClr val="000000"/>
                </a:solidFill>
                <a:cs typeface="Times New Roman" panose="02020603050405020304" pitchFamily="18" charset="0"/>
              </a:rPr>
              <a:t> queries to process more than 30 million transactions per day on </a:t>
            </a:r>
            <a:r>
              <a:rPr lang="en-US" sz="1000" b="1" dirty="0" err="1">
                <a:solidFill>
                  <a:srgbClr val="000000"/>
                </a:solidFill>
                <a:cs typeface="Times New Roman" panose="02020603050405020304" pitchFamily="18" charset="0"/>
              </a:rPr>
              <a:t>ClickHouse</a:t>
            </a:r>
            <a:r>
              <a:rPr lang="en-US" sz="1000" dirty="0">
                <a:solidFill>
                  <a:srgbClr val="000000"/>
                </a:solidFill>
                <a:cs typeface="Times New Roman" panose="02020603050405020304" pitchFamily="18" charset="0"/>
              </a:rPr>
              <a:t> DB</a:t>
            </a:r>
            <a:endParaRPr lang="en-US" sz="1000" b="1" dirty="0">
              <a:solidFill>
                <a:srgbClr val="000000"/>
              </a:solidFill>
              <a:highlight>
                <a:srgbClr val="FFFF00"/>
              </a:highlight>
              <a:cs typeface="Times New Roman" panose="02020603050405020304" pitchFamily="18" charset="0"/>
            </a:endParaRPr>
          </a:p>
          <a:p>
            <a:pPr algn="just" defTabSz="378744" fontAlgn="b">
              <a:spcBef>
                <a:spcPts val="800"/>
              </a:spcBef>
              <a:spcAft>
                <a:spcPts val="200"/>
              </a:spcAft>
              <a:buSzPct val="80000"/>
              <a:defRPr/>
            </a:pPr>
            <a:r>
              <a:rPr lang="en-US" sz="950" b="1" dirty="0">
                <a:solidFill>
                  <a:srgbClr val="000000"/>
                </a:solidFill>
                <a:latin typeface="+mn-lt"/>
                <a:cs typeface="Calibri" panose="020F0502020204030204" pitchFamily="34" charset="0"/>
              </a:rPr>
              <a:t>Procurement Analytics </a:t>
            </a:r>
            <a:r>
              <a:rPr lang="en-US" sz="950" b="1" dirty="0">
                <a:solidFill>
                  <a:srgbClr val="000000"/>
                </a:solidFill>
                <a:cs typeface="Calibri" panose="020F0502020204030204" pitchFamily="34" charset="0"/>
              </a:rPr>
              <a:t>- </a:t>
            </a:r>
            <a:r>
              <a:rPr lang="en-US" sz="950" b="1" dirty="0">
                <a:solidFill>
                  <a:srgbClr val="000000"/>
                </a:solidFill>
                <a:latin typeface="+mn-lt"/>
                <a:cs typeface="Calibri" panose="020F0502020204030204" pitchFamily="34" charset="0"/>
              </a:rPr>
              <a:t>KBL</a:t>
            </a:r>
          </a:p>
          <a:p>
            <a:pPr marL="171450" lvl="2" indent="-171450" algn="just" defTabSz="378744">
              <a:spcAft>
                <a:spcPts val="200"/>
              </a:spcAft>
              <a:buSzPct val="80000"/>
              <a:buFont typeface="Arial" panose="020B0604020202020204" pitchFamily="34" charset="0"/>
              <a:buChar char="•"/>
              <a:defRPr/>
            </a:pPr>
            <a:r>
              <a:rPr lang="en-US" sz="1000" dirty="0">
                <a:cs typeface="Calibri" panose="020F0502020204030204" pitchFamily="34" charset="0"/>
              </a:rPr>
              <a:t>Spearheaded a comprehensive data analytics project for procurement process of Kirloskar Brothers Limited covering 7 manufacturing sites and yearly revenue amounting </a:t>
            </a:r>
            <a:r>
              <a:rPr lang="en-US" sz="1000" b="1" dirty="0">
                <a:cs typeface="Calibri" panose="020F0502020204030204" pitchFamily="34" charset="0"/>
              </a:rPr>
              <a:t>~20B INR </a:t>
            </a:r>
            <a:r>
              <a:rPr lang="en-US" sz="1000" dirty="0">
                <a:cs typeface="Calibri" panose="020F0502020204030204" pitchFamily="34" charset="0"/>
              </a:rPr>
              <a:t>helping senior leadership with data driven decision making.</a:t>
            </a:r>
          </a:p>
          <a:p>
            <a:pPr marL="171450" lvl="2" indent="-171450" algn="just" defTabSz="378744">
              <a:spcAft>
                <a:spcPts val="200"/>
              </a:spcAft>
              <a:buSzPct val="80000"/>
              <a:buFont typeface="Arial" panose="020B0604020202020204" pitchFamily="34" charset="0"/>
              <a:buChar char="•"/>
              <a:defRPr/>
            </a:pPr>
            <a:r>
              <a:rPr lang="en-US" sz="1000" dirty="0">
                <a:solidFill>
                  <a:srgbClr val="000000"/>
                </a:solidFill>
                <a:cs typeface="Calibri" panose="020F0502020204030204" pitchFamily="34" charset="0"/>
              </a:rPr>
              <a:t>Developed dashboards using </a:t>
            </a:r>
            <a:r>
              <a:rPr lang="en-US" sz="1000" b="1" dirty="0">
                <a:solidFill>
                  <a:srgbClr val="000000"/>
                </a:solidFill>
                <a:cs typeface="Calibri" panose="020F0502020204030204" pitchFamily="34" charset="0"/>
              </a:rPr>
              <a:t>PowerBI</a:t>
            </a:r>
            <a:r>
              <a:rPr lang="en-US" sz="1000" dirty="0">
                <a:solidFill>
                  <a:srgbClr val="000000"/>
                </a:solidFill>
                <a:cs typeface="Calibri" panose="020F0502020204030204" pitchFamily="34" charset="0"/>
              </a:rPr>
              <a:t> while creating and managing a central data repository on </a:t>
            </a:r>
            <a:r>
              <a:rPr lang="en-US" sz="1000" b="1" dirty="0">
                <a:solidFill>
                  <a:srgbClr val="000000"/>
                </a:solidFill>
                <a:cs typeface="Calibri" panose="020F0502020204030204" pitchFamily="34" charset="0"/>
              </a:rPr>
              <a:t>Microsoft SQL Server </a:t>
            </a:r>
            <a:r>
              <a:rPr lang="en-US" sz="1000" dirty="0">
                <a:solidFill>
                  <a:srgbClr val="000000"/>
                </a:solidFill>
                <a:cs typeface="Calibri" panose="020F0502020204030204" pitchFamily="34" charset="0"/>
              </a:rPr>
              <a:t>as </a:t>
            </a:r>
            <a:r>
              <a:rPr lang="en-US" sz="1000" dirty="0" err="1">
                <a:solidFill>
                  <a:srgbClr val="000000"/>
                </a:solidFill>
                <a:cs typeface="Calibri" panose="020F0502020204030204" pitchFamily="34" charset="0"/>
              </a:rPr>
              <a:t>datasource</a:t>
            </a:r>
            <a:r>
              <a:rPr lang="en-US" sz="1000" dirty="0">
                <a:solidFill>
                  <a:srgbClr val="000000"/>
                </a:solidFill>
                <a:cs typeface="Calibri" panose="020F0502020204030204" pitchFamily="34" charset="0"/>
              </a:rPr>
              <a:t>.</a:t>
            </a:r>
          </a:p>
          <a:p>
            <a:pPr marL="171450" lvl="2" indent="-171450" algn="just" defTabSz="378744">
              <a:spcBef>
                <a:spcPts val="200"/>
              </a:spcBef>
              <a:spcAft>
                <a:spcPts val="200"/>
              </a:spcAft>
              <a:buSzPct val="80000"/>
              <a:buFont typeface="Arial" panose="020B0604020202020204" pitchFamily="34" charset="0"/>
              <a:buChar char="•"/>
              <a:defRPr/>
            </a:pPr>
            <a:r>
              <a:rPr lang="en-US" sz="1000" dirty="0">
                <a:solidFill>
                  <a:srgbClr val="000000"/>
                </a:solidFill>
                <a:cs typeface="Calibri" panose="020F0502020204030204" pitchFamily="34" charset="0"/>
              </a:rPr>
              <a:t>Automated data load by developing </a:t>
            </a:r>
            <a:r>
              <a:rPr lang="en-US" sz="1000" b="1" dirty="0">
                <a:solidFill>
                  <a:srgbClr val="000000"/>
                </a:solidFill>
                <a:cs typeface="Calibri" panose="020F0502020204030204" pitchFamily="34" charset="0"/>
              </a:rPr>
              <a:t>data pipeline </a:t>
            </a:r>
            <a:r>
              <a:rPr lang="en-US" sz="1000" dirty="0">
                <a:solidFill>
                  <a:srgbClr val="000000"/>
                </a:solidFill>
                <a:cs typeface="Calibri" panose="020F0502020204030204" pitchFamily="34" charset="0"/>
              </a:rPr>
              <a:t>using </a:t>
            </a:r>
            <a:r>
              <a:rPr lang="en-US" sz="1000" b="1" dirty="0">
                <a:solidFill>
                  <a:srgbClr val="000000"/>
                </a:solidFill>
                <a:cs typeface="Calibri" panose="020F0502020204030204" pitchFamily="34" charset="0"/>
              </a:rPr>
              <a:t>Python</a:t>
            </a:r>
            <a:r>
              <a:rPr lang="en-US" sz="1000" dirty="0">
                <a:solidFill>
                  <a:srgbClr val="000000"/>
                </a:solidFill>
                <a:cs typeface="Calibri" panose="020F0502020204030204" pitchFamily="34" charset="0"/>
              </a:rPr>
              <a:t> for data load, transform and ingestion into SQL server from FTP.</a:t>
            </a:r>
          </a:p>
          <a:p>
            <a:pPr marL="0" lvl="2" indent="-279397" defTabSz="378744" fontAlgn="b">
              <a:spcBef>
                <a:spcPts val="800"/>
              </a:spcBef>
              <a:spcAft>
                <a:spcPts val="200"/>
              </a:spcAft>
              <a:buSzPct val="80000"/>
              <a:defRPr/>
            </a:pPr>
            <a:r>
              <a:rPr lang="en-US" sz="950" b="1" dirty="0">
                <a:solidFill>
                  <a:srgbClr val="000000"/>
                </a:solidFill>
                <a:cs typeface="Calibri" panose="020F0502020204030204" pitchFamily="34" charset="0"/>
              </a:rPr>
              <a:t>I</a:t>
            </a:r>
            <a:r>
              <a:rPr lang="en-US" sz="950" b="1" dirty="0">
                <a:solidFill>
                  <a:srgbClr val="000000"/>
                </a:solidFill>
                <a:latin typeface="+mn-lt"/>
                <a:cs typeface="Calibri" panose="020F0502020204030204" pitchFamily="34" charset="0"/>
              </a:rPr>
              <a:t>mage Processing POC – Drone Data Validation</a:t>
            </a:r>
          </a:p>
          <a:p>
            <a:pPr marL="171450" lvl="2" indent="-171450" algn="just" defTabSz="378744">
              <a:spcBef>
                <a:spcPts val="0"/>
              </a:spcBef>
              <a:spcAft>
                <a:spcPts val="200"/>
              </a:spcAft>
              <a:buSzPct val="80000"/>
              <a:buFont typeface="Arial" panose="020B0604020202020204" pitchFamily="34" charset="0"/>
              <a:buChar char="•"/>
              <a:defRPr/>
            </a:pPr>
            <a:r>
              <a:rPr lang="en-US" sz="1000" dirty="0">
                <a:solidFill>
                  <a:srgbClr val="000000"/>
                </a:solidFill>
                <a:cs typeface="Calibri" panose="020F0502020204030204" pitchFamily="34" charset="0"/>
              </a:rPr>
              <a:t>Developed </a:t>
            </a:r>
            <a:r>
              <a:rPr lang="en-US" sz="1000" b="1" dirty="0">
                <a:solidFill>
                  <a:srgbClr val="000000"/>
                </a:solidFill>
                <a:cs typeface="Calibri" panose="020F0502020204030204" pitchFamily="34" charset="0"/>
              </a:rPr>
              <a:t>Python</a:t>
            </a:r>
            <a:r>
              <a:rPr lang="en-US" sz="1000" dirty="0">
                <a:solidFill>
                  <a:srgbClr val="000000"/>
                </a:solidFill>
                <a:cs typeface="Calibri" panose="020F0502020204030204" pitchFamily="34" charset="0"/>
              </a:rPr>
              <a:t> code to analyze and validate Exif data from 18000 images taken for </a:t>
            </a:r>
            <a:r>
              <a:rPr lang="en-US" sz="1000" b="1" dirty="0">
                <a:solidFill>
                  <a:srgbClr val="000000"/>
                </a:solidFill>
                <a:cs typeface="Calibri" panose="020F0502020204030204" pitchFamily="34" charset="0"/>
              </a:rPr>
              <a:t>NHAI’s drone monitoring system</a:t>
            </a:r>
            <a:r>
              <a:rPr lang="en-US" sz="1000" dirty="0">
                <a:solidFill>
                  <a:srgbClr val="000000"/>
                </a:solidFill>
                <a:cs typeface="Calibri" panose="020F0502020204030204" pitchFamily="34" charset="0"/>
              </a:rPr>
              <a:t> against the parameter specified by the client to ensure data accuracy.</a:t>
            </a:r>
          </a:p>
          <a:p>
            <a:pPr marL="171450" lvl="2" indent="-171450" algn="just" defTabSz="378744">
              <a:spcBef>
                <a:spcPts val="0"/>
              </a:spcBef>
              <a:spcAft>
                <a:spcPts val="200"/>
              </a:spcAft>
              <a:buSzPct val="80000"/>
              <a:buFont typeface="Arial" panose="020B0604020202020204" pitchFamily="34" charset="0"/>
              <a:buChar char="•"/>
              <a:defRPr/>
            </a:pPr>
            <a:r>
              <a:rPr lang="en-US" sz="1000" dirty="0">
                <a:solidFill>
                  <a:srgbClr val="000000"/>
                </a:solidFill>
                <a:latin typeface="+mn-lt"/>
                <a:cs typeface="Calibri" panose="020F0502020204030204" pitchFamily="34" charset="0"/>
              </a:rPr>
              <a:t>Executed the entire validation process on  </a:t>
            </a:r>
            <a:r>
              <a:rPr lang="en-US" sz="1000" b="1" dirty="0">
                <a:solidFill>
                  <a:srgbClr val="000000"/>
                </a:solidFill>
                <a:latin typeface="+mn-lt"/>
                <a:cs typeface="Calibri" panose="020F0502020204030204" pitchFamily="34" charset="0"/>
              </a:rPr>
              <a:t>GCP</a:t>
            </a:r>
            <a:r>
              <a:rPr lang="en-US" sz="1000" dirty="0">
                <a:solidFill>
                  <a:srgbClr val="000000"/>
                </a:solidFill>
                <a:latin typeface="+mn-lt"/>
                <a:cs typeface="Calibri" panose="020F0502020204030204" pitchFamily="34" charset="0"/>
              </a:rPr>
              <a:t> virtual machine </a:t>
            </a:r>
            <a:r>
              <a:rPr lang="en-US" sz="1000" dirty="0">
                <a:solidFill>
                  <a:srgbClr val="000000"/>
                </a:solidFill>
                <a:cs typeface="Calibri" panose="020F0502020204030204" pitchFamily="34" charset="0"/>
              </a:rPr>
              <a:t>running </a:t>
            </a:r>
            <a:r>
              <a:rPr lang="en-US" sz="1000" b="1" dirty="0">
                <a:solidFill>
                  <a:srgbClr val="000000"/>
                </a:solidFill>
                <a:cs typeface="Calibri" panose="020F0502020204030204" pitchFamily="34" charset="0"/>
              </a:rPr>
              <a:t>Ubuntu OS </a:t>
            </a:r>
            <a:r>
              <a:rPr lang="en-US" sz="1000" dirty="0">
                <a:solidFill>
                  <a:srgbClr val="000000"/>
                </a:solidFill>
                <a:cs typeface="Calibri" panose="020F0502020204030204" pitchFamily="34" charset="0"/>
              </a:rPr>
              <a:t>optimizing resource utilization for efficient analysis.</a:t>
            </a:r>
          </a:p>
          <a:p>
            <a:pPr marL="171450" lvl="2" indent="-171450" algn="just" defTabSz="378744">
              <a:spcBef>
                <a:spcPts val="0"/>
              </a:spcBef>
              <a:spcAft>
                <a:spcPts val="200"/>
              </a:spcAft>
              <a:buSzPct val="80000"/>
              <a:buFont typeface="Arial" panose="020B0604020202020204" pitchFamily="34" charset="0"/>
              <a:buChar char="•"/>
              <a:defRPr/>
            </a:pPr>
            <a:r>
              <a:rPr lang="en-US" sz="1000" dirty="0">
                <a:solidFill>
                  <a:srgbClr val="000000"/>
                </a:solidFill>
                <a:cs typeface="Calibri" panose="020F0502020204030204" pitchFamily="34" charset="0"/>
              </a:rPr>
              <a:t>Engaged in discussions for selection of parameters crucial for reconstruction of maps using images and finalized the stack for mapping (</a:t>
            </a:r>
            <a:r>
              <a:rPr lang="en-US" sz="1000" dirty="0" err="1">
                <a:solidFill>
                  <a:srgbClr val="000000"/>
                </a:solidFill>
                <a:cs typeface="Calibri" panose="020F0502020204030204" pitchFamily="34" charset="0"/>
              </a:rPr>
              <a:t>WebOdm</a:t>
            </a:r>
            <a:r>
              <a:rPr lang="en-US" sz="1000" dirty="0">
                <a:solidFill>
                  <a:srgbClr val="000000"/>
                </a:solidFill>
                <a:cs typeface="Calibri" panose="020F0502020204030204" pitchFamily="34" charset="0"/>
              </a:rPr>
              <a:t> on Kubernetes)</a:t>
            </a:r>
          </a:p>
          <a:p>
            <a:pPr algn="just" defTabSz="378744" fontAlgn="b">
              <a:spcBef>
                <a:spcPts val="800"/>
              </a:spcBef>
              <a:spcAft>
                <a:spcPts val="200"/>
              </a:spcAft>
              <a:buSzPct val="80000"/>
              <a:defRPr/>
            </a:pPr>
            <a:r>
              <a:rPr lang="en-US" sz="950" b="1" dirty="0">
                <a:solidFill>
                  <a:srgbClr val="000000"/>
                </a:solidFill>
                <a:latin typeface="+mn-lt"/>
                <a:cs typeface="Calibri" panose="020F0502020204030204" pitchFamily="34" charset="0"/>
              </a:rPr>
              <a:t>Revenue Assurance using Oracle – Axis Bank</a:t>
            </a:r>
            <a:endParaRPr lang="en-US" sz="950" b="1" dirty="0">
              <a:solidFill>
                <a:srgbClr val="000000"/>
              </a:solidFill>
              <a:cs typeface="Calibri" panose="020F0502020204030204" pitchFamily="34" charset="0"/>
            </a:endParaRPr>
          </a:p>
          <a:p>
            <a:pPr marL="171450" lvl="2" indent="-171450" algn="just" defTabSz="378744">
              <a:spcBef>
                <a:spcPts val="0"/>
              </a:spcBef>
              <a:spcAft>
                <a:spcPts val="200"/>
              </a:spcAft>
              <a:buSzPct val="80000"/>
              <a:buFont typeface="Arial" panose="020B0604020202020204" pitchFamily="34" charset="0"/>
              <a:buChar char="•"/>
              <a:defRPr/>
            </a:pPr>
            <a:r>
              <a:rPr lang="en-US" sz="1000" dirty="0">
                <a:solidFill>
                  <a:srgbClr val="000000"/>
                </a:solidFill>
                <a:cs typeface="Calibri" panose="020F0502020204030204" pitchFamily="34" charset="0"/>
              </a:rPr>
              <a:t>Executed KPIs for assessment of revenue leakage in various products/services offered by them like Credit Card, Merchant Discount Rates and Treasury. </a:t>
            </a:r>
            <a:endParaRPr lang="en-US" sz="1000" dirty="0">
              <a:solidFill>
                <a:srgbClr val="000000"/>
              </a:solidFill>
              <a:highlight>
                <a:srgbClr val="FFFF00"/>
              </a:highlight>
              <a:cs typeface="Calibri" panose="020F0502020204030204" pitchFamily="34" charset="0"/>
            </a:endParaRPr>
          </a:p>
          <a:p>
            <a:pPr marL="171450" lvl="2" indent="-171450" algn="just" defTabSz="378744">
              <a:spcBef>
                <a:spcPts val="0"/>
              </a:spcBef>
              <a:spcAft>
                <a:spcPts val="200"/>
              </a:spcAft>
              <a:buSzPct val="80000"/>
              <a:buFont typeface="Arial" panose="020B0604020202020204" pitchFamily="34" charset="0"/>
              <a:buChar char="•"/>
              <a:defRPr/>
            </a:pPr>
            <a:r>
              <a:rPr lang="en-US" sz="1000" dirty="0">
                <a:solidFill>
                  <a:srgbClr val="000000"/>
                </a:solidFill>
                <a:cs typeface="Calibri" panose="020F0502020204030204" pitchFamily="34" charset="0"/>
              </a:rPr>
              <a:t>Used Oracle DB to write logics and evaluate KPIs in a time effective manner thereby facilitating client to take business decisions to minimize the revenue leakage.</a:t>
            </a:r>
            <a:endParaRPr lang="en-US" sz="1000" dirty="0">
              <a:solidFill>
                <a:srgbClr val="000000"/>
              </a:solidFill>
              <a:latin typeface="+mn-lt"/>
              <a:cs typeface="Calibri" panose="020F0502020204030204" pitchFamily="34" charset="0"/>
            </a:endParaRPr>
          </a:p>
          <a:p>
            <a:pPr marL="0" lvl="2" indent="-276224" defTabSz="378744" fontAlgn="b">
              <a:spcBef>
                <a:spcPts val="800"/>
              </a:spcBef>
              <a:spcAft>
                <a:spcPts val="200"/>
              </a:spcAft>
              <a:buSzPct val="80000"/>
              <a:defRPr/>
            </a:pPr>
            <a:r>
              <a:rPr lang="en-US" sz="950" b="1" dirty="0">
                <a:solidFill>
                  <a:srgbClr val="000000"/>
                </a:solidFill>
                <a:latin typeface="+mn-lt"/>
                <a:cs typeface="Calibri" panose="020F0502020204030204" pitchFamily="34" charset="0"/>
              </a:rPr>
              <a:t>Product management and UAT – Dr Reddy Labs</a:t>
            </a:r>
          </a:p>
          <a:p>
            <a:pPr marL="171450" lvl="2" indent="-171450" algn="just" defTabSz="378744">
              <a:spcBef>
                <a:spcPts val="0"/>
              </a:spcBef>
              <a:spcAft>
                <a:spcPts val="200"/>
              </a:spcAft>
              <a:buSzPct val="80000"/>
              <a:buFont typeface="Arial" panose="020B0604020202020204" pitchFamily="34" charset="0"/>
              <a:buChar char="•"/>
              <a:defRPr/>
            </a:pPr>
            <a:r>
              <a:rPr lang="en-US" sz="1000" dirty="0">
                <a:solidFill>
                  <a:srgbClr val="000000"/>
                </a:solidFill>
                <a:cs typeface="Calibri" panose="020F0502020204030204" pitchFamily="34" charset="0"/>
              </a:rPr>
              <a:t>Worked as an assistant product manager for development of full suite healthcare platform offering for doctor appointment, patient queries, medicine order and patient profiling.</a:t>
            </a:r>
          </a:p>
          <a:p>
            <a:pPr marL="171450" lvl="2" indent="-171450" algn="just" defTabSz="378744">
              <a:spcBef>
                <a:spcPts val="0"/>
              </a:spcBef>
              <a:spcAft>
                <a:spcPts val="200"/>
              </a:spcAft>
              <a:buSzPct val="80000"/>
              <a:buFont typeface="Arial" panose="020B0604020202020204" pitchFamily="34" charset="0"/>
              <a:buChar char="•"/>
              <a:defRPr/>
            </a:pPr>
            <a:r>
              <a:rPr lang="en-US" sz="1000" dirty="0">
                <a:solidFill>
                  <a:srgbClr val="000000"/>
                </a:solidFill>
                <a:cs typeface="Calibri" panose="020F0502020204030204" pitchFamily="34" charset="0"/>
              </a:rPr>
              <a:t>Lead a team of 3 and performed User Acceptance Testing on the admin platform and API testing using </a:t>
            </a:r>
            <a:r>
              <a:rPr lang="en-US" sz="1000" b="1" dirty="0">
                <a:solidFill>
                  <a:srgbClr val="000000"/>
                </a:solidFill>
                <a:cs typeface="Calibri" panose="020F0502020204030204" pitchFamily="34" charset="0"/>
              </a:rPr>
              <a:t>GraphQL</a:t>
            </a:r>
            <a:r>
              <a:rPr lang="en-US" sz="1000" dirty="0">
                <a:solidFill>
                  <a:srgbClr val="000000"/>
                </a:solidFill>
                <a:cs typeface="Calibri" panose="020F0502020204030204" pitchFamily="34" charset="0"/>
              </a:rPr>
              <a:t> on APIs being consumed by the platform for onboarding stakeholders.</a:t>
            </a:r>
          </a:p>
        </p:txBody>
      </p:sp>
      <p:sp>
        <p:nvSpPr>
          <p:cNvPr id="4" name="TextBox 3">
            <a:extLst>
              <a:ext uri="{FF2B5EF4-FFF2-40B4-BE49-F238E27FC236}">
                <a16:creationId xmlns:a16="http://schemas.microsoft.com/office/drawing/2014/main" id="{E0D76278-1686-46BC-F42C-147713E49757}"/>
              </a:ext>
            </a:extLst>
          </p:cNvPr>
          <p:cNvSpPr txBox="1"/>
          <p:nvPr/>
        </p:nvSpPr>
        <p:spPr>
          <a:xfrm>
            <a:off x="53665" y="2484120"/>
            <a:ext cx="1683689" cy="8260080"/>
          </a:xfrm>
          <a:prstGeom prst="rect">
            <a:avLst/>
          </a:prstGeom>
          <a:noFill/>
        </p:spPr>
        <p:txBody>
          <a:bodyPr wrap="square" lIns="54610" tIns="54610" rIns="54610" bIns="54610" rtlCol="0">
            <a:noAutofit/>
          </a:bodyPr>
          <a:lstStyle/>
          <a:p>
            <a:pPr marL="11723" defTabSz="844094">
              <a:defRPr/>
            </a:pPr>
            <a:r>
              <a:rPr lang="en-US" sz="1001" b="1" kern="0" dirty="0">
                <a:solidFill>
                  <a:srgbClr val="0C2D83"/>
                </a:solidFill>
                <a:cs typeface="Calibri" panose="020F0502020204030204" pitchFamily="34" charset="0"/>
              </a:rPr>
              <a:t>Associate Consultant</a:t>
            </a:r>
          </a:p>
          <a:p>
            <a:pPr marL="11723" defTabSz="844094">
              <a:defRPr/>
            </a:pPr>
            <a:r>
              <a:rPr lang="en-US" sz="800" b="1" kern="0" dirty="0">
                <a:solidFill>
                  <a:srgbClr val="0C2D83"/>
                </a:solidFill>
                <a:cs typeface="Calibri" panose="020F0502020204030204" pitchFamily="34" charset="0"/>
              </a:rPr>
              <a:t>KPMG - Digital Solutions</a:t>
            </a:r>
          </a:p>
          <a:p>
            <a:pPr marL="11723" defTabSz="844094">
              <a:defRPr/>
            </a:pPr>
            <a:endParaRPr lang="en-US" sz="800" b="1" kern="0" dirty="0">
              <a:solidFill>
                <a:srgbClr val="0C2D83"/>
              </a:solidFill>
              <a:cs typeface="Calibri" panose="020F0502020204030204" pitchFamily="34" charset="0"/>
            </a:endParaRPr>
          </a:p>
          <a:p>
            <a:pPr marL="11723" defTabSz="844094">
              <a:lnSpc>
                <a:spcPts val="1300"/>
              </a:lnSpc>
              <a:defRPr/>
            </a:pPr>
            <a:r>
              <a:rPr lang="en-US" sz="1001" b="1" kern="0" dirty="0">
                <a:solidFill>
                  <a:srgbClr val="0C2D83"/>
                </a:solidFill>
                <a:cs typeface="Calibri" panose="020F0502020204030204" pitchFamily="34" charset="0"/>
              </a:rPr>
              <a:t>     </a:t>
            </a:r>
            <a:r>
              <a:rPr lang="en-GB" sz="900" dirty="0">
                <a:solidFill>
                  <a:srgbClr val="000000"/>
                </a:solidFill>
                <a:cs typeface="Calibri" panose="020F0502020204030204" pitchFamily="34" charset="0"/>
              </a:rPr>
              <a:t>KPMG India (Gurugram)</a:t>
            </a:r>
            <a:endParaRPr lang="en-GB" sz="900" kern="0" dirty="0">
              <a:solidFill>
                <a:srgbClr val="000000"/>
              </a:solidFill>
              <a:cs typeface="Calibri" panose="020F0502020204030204" pitchFamily="34" charset="0"/>
            </a:endParaRPr>
          </a:p>
          <a:p>
            <a:pPr marL="11723" defTabSz="844094">
              <a:lnSpc>
                <a:spcPts val="1300"/>
              </a:lnSpc>
              <a:defRPr/>
            </a:pPr>
            <a:r>
              <a:rPr lang="en-GB" sz="900" kern="0" dirty="0">
                <a:solidFill>
                  <a:srgbClr val="000000"/>
                </a:solidFill>
                <a:cs typeface="Calibri" panose="020F0502020204030204" pitchFamily="34" charset="0"/>
              </a:rPr>
              <a:t>      </a:t>
            </a:r>
            <a:r>
              <a:rPr lang="en-US" sz="900" kern="0" dirty="0">
                <a:solidFill>
                  <a:sysClr val="windowText" lastClr="000000"/>
                </a:solidFill>
                <a:cs typeface="Calibri" panose="020F0502020204030204" pitchFamily="34" charset="0"/>
                <a:hlinkClick r:id="rId3"/>
              </a:rPr>
              <a:t>trishabh8@gmail.com</a:t>
            </a:r>
            <a:endParaRPr lang="en-US" sz="900" kern="0" dirty="0">
              <a:solidFill>
                <a:sysClr val="windowText" lastClr="000000"/>
              </a:solidFill>
              <a:cs typeface="Calibri" panose="020F0502020204030204" pitchFamily="34" charset="0"/>
            </a:endParaRPr>
          </a:p>
          <a:p>
            <a:pPr marL="11723" defTabSz="844094">
              <a:lnSpc>
                <a:spcPts val="1300"/>
              </a:lnSpc>
              <a:defRPr/>
            </a:pPr>
            <a:r>
              <a:rPr lang="en-US" sz="900" kern="0" dirty="0">
                <a:solidFill>
                  <a:sysClr val="windowText" lastClr="000000"/>
                </a:solidFill>
                <a:cs typeface="Calibri" panose="020F0502020204030204" pitchFamily="34" charset="0"/>
              </a:rPr>
              <a:t>      +91 8840454485</a:t>
            </a:r>
          </a:p>
          <a:p>
            <a:pPr marL="11723" defTabSz="844094">
              <a:lnSpc>
                <a:spcPts val="1300"/>
              </a:lnSpc>
              <a:defRPr/>
            </a:pPr>
            <a:r>
              <a:rPr lang="en-US" sz="900" kern="0" dirty="0">
                <a:solidFill>
                  <a:sysClr val="windowText" lastClr="000000"/>
                </a:solidFill>
                <a:cs typeface="Calibri" panose="020F0502020204030204" pitchFamily="34" charset="0"/>
              </a:rPr>
              <a:t>      </a:t>
            </a:r>
            <a:r>
              <a:rPr lang="en-US" sz="900" kern="0" dirty="0" err="1">
                <a:solidFill>
                  <a:sysClr val="windowText" lastClr="000000"/>
                </a:solidFill>
                <a:cs typeface="Calibri" panose="020F0502020204030204" pitchFamily="34" charset="0"/>
                <a:hlinkClick r:id="rId4"/>
              </a:rPr>
              <a:t>Linkedin</a:t>
            </a:r>
            <a:endParaRPr lang="en-US" sz="900" kern="0" dirty="0">
              <a:solidFill>
                <a:sysClr val="windowText" lastClr="000000"/>
              </a:solidFill>
              <a:cs typeface="Calibri" panose="020F0502020204030204" pitchFamily="34" charset="0"/>
            </a:endParaRPr>
          </a:p>
          <a:p>
            <a:pPr>
              <a:lnSpc>
                <a:spcPts val="1300"/>
              </a:lnSpc>
              <a:defRPr/>
            </a:pPr>
            <a:r>
              <a:rPr lang="en-US" sz="900" b="1" kern="0" dirty="0">
                <a:solidFill>
                  <a:srgbClr val="00338D"/>
                </a:solidFill>
                <a:cs typeface="Calibri" panose="020F0502020204030204" pitchFamily="34" charset="0"/>
              </a:rPr>
              <a:t>      </a:t>
            </a:r>
            <a:r>
              <a:rPr lang="en-US" sz="900" kern="0" dirty="0" err="1">
                <a:solidFill>
                  <a:sysClr val="windowText" lastClr="000000"/>
                </a:solidFill>
                <a:cs typeface="Calibri" panose="020F0502020204030204" pitchFamily="34" charset="0"/>
                <a:hlinkClick r:id="rId5"/>
              </a:rPr>
              <a:t>Github</a:t>
            </a:r>
            <a:endParaRPr lang="en-US" sz="900" kern="0" dirty="0">
              <a:solidFill>
                <a:sysClr val="windowText" lastClr="000000"/>
              </a:solidFill>
              <a:cs typeface="Calibri" panose="020F0502020204030204" pitchFamily="34" charset="0"/>
            </a:endParaRPr>
          </a:p>
          <a:p>
            <a:pPr>
              <a:defRPr/>
            </a:pPr>
            <a:endParaRPr lang="en-US" sz="1001" b="1" kern="0" dirty="0">
              <a:solidFill>
                <a:srgbClr val="00338D"/>
              </a:solidFill>
              <a:latin typeface="Univers for KPMG" panose="020B0603020202020204" pitchFamily="34" charset="0"/>
              <a:cs typeface="Calibri" panose="020F0502020204030204" pitchFamily="34" charset="0"/>
            </a:endParaRPr>
          </a:p>
          <a:p>
            <a:pPr>
              <a:defRPr/>
            </a:pPr>
            <a:endParaRPr lang="en-US" sz="1001" b="1" kern="0" dirty="0">
              <a:solidFill>
                <a:srgbClr val="00338D"/>
              </a:solidFill>
              <a:latin typeface="Univers for KPMG" panose="020B0603020202020204" pitchFamily="34" charset="0"/>
              <a:cs typeface="Calibri" panose="020F0502020204030204" pitchFamily="34" charset="0"/>
            </a:endParaRPr>
          </a:p>
          <a:p>
            <a:pPr defTabSz="844094">
              <a:tabLst>
                <a:tab pos="274037" algn="l"/>
              </a:tabLst>
              <a:defRPr/>
            </a:pPr>
            <a:r>
              <a:rPr lang="en-US" sz="1001" b="1" kern="0" dirty="0">
                <a:solidFill>
                  <a:srgbClr val="00338D"/>
                </a:solidFill>
                <a:cs typeface="Calibri" panose="020F0502020204030204" pitchFamily="34" charset="0"/>
              </a:rPr>
              <a:t>Technical Skills</a:t>
            </a:r>
          </a:p>
          <a:p>
            <a:pPr marL="171453" indent="-171453" defTabSz="844094">
              <a:spcAft>
                <a:spcPts val="200"/>
              </a:spcAft>
              <a:buFont typeface="Arial" panose="020B0604020202020204" pitchFamily="34" charset="0"/>
              <a:buChar char="•"/>
              <a:tabLst>
                <a:tab pos="274037" algn="l"/>
              </a:tabLst>
              <a:defRPr/>
            </a:pPr>
            <a:r>
              <a:rPr lang="en-US" sz="900" kern="0" dirty="0">
                <a:solidFill>
                  <a:srgbClr val="000000"/>
                </a:solidFill>
                <a:ea typeface="Times New Roman" pitchFamily="18" charset="0"/>
                <a:cs typeface="Calibri" panose="020F0502020204030204" pitchFamily="34" charset="0"/>
              </a:rPr>
              <a:t>Python | SQL</a:t>
            </a:r>
          </a:p>
          <a:p>
            <a:pPr marL="171453" indent="-171453" defTabSz="844094">
              <a:spcAft>
                <a:spcPts val="200"/>
              </a:spcAft>
              <a:buFont typeface="Arial" panose="020B0604020202020204" pitchFamily="34" charset="0"/>
              <a:buChar char="•"/>
              <a:tabLst>
                <a:tab pos="274037" algn="l"/>
              </a:tabLst>
              <a:defRPr/>
            </a:pPr>
            <a:r>
              <a:rPr lang="en-US" sz="900" kern="0" dirty="0">
                <a:solidFill>
                  <a:srgbClr val="000000"/>
                </a:solidFill>
                <a:ea typeface="Times New Roman" pitchFamily="18" charset="0"/>
                <a:cs typeface="Calibri" panose="020F0502020204030204" pitchFamily="34" charset="0"/>
              </a:rPr>
              <a:t>Apache Superset | PowerBI</a:t>
            </a:r>
          </a:p>
          <a:p>
            <a:pPr marL="171453" indent="-171453" defTabSz="844094">
              <a:spcAft>
                <a:spcPts val="200"/>
              </a:spcAft>
              <a:buFont typeface="Arial" panose="020B0604020202020204" pitchFamily="34" charset="0"/>
              <a:buChar char="•"/>
              <a:tabLst>
                <a:tab pos="274037" algn="l"/>
              </a:tabLst>
              <a:defRPr/>
            </a:pPr>
            <a:r>
              <a:rPr lang="en-US" sz="900" kern="0" dirty="0" err="1">
                <a:solidFill>
                  <a:srgbClr val="000000"/>
                </a:solidFill>
                <a:ea typeface="Times New Roman" pitchFamily="18" charset="0"/>
                <a:cs typeface="Calibri" panose="020F0502020204030204" pitchFamily="34" charset="0"/>
              </a:rPr>
              <a:t>GenAI</a:t>
            </a:r>
            <a:r>
              <a:rPr lang="en-US" sz="900" kern="0" dirty="0">
                <a:solidFill>
                  <a:srgbClr val="000000"/>
                </a:solidFill>
                <a:ea typeface="Times New Roman" pitchFamily="18" charset="0"/>
                <a:cs typeface="Calibri" panose="020F0502020204030204" pitchFamily="34" charset="0"/>
              </a:rPr>
              <a:t> (</a:t>
            </a:r>
            <a:r>
              <a:rPr lang="en-US" sz="900" kern="0" dirty="0" err="1">
                <a:solidFill>
                  <a:srgbClr val="000000"/>
                </a:solidFill>
                <a:ea typeface="Times New Roman" pitchFamily="18" charset="0"/>
                <a:cs typeface="Calibri" panose="020F0502020204030204" pitchFamily="34" charset="0"/>
              </a:rPr>
              <a:t>ChatGPT</a:t>
            </a:r>
            <a:r>
              <a:rPr lang="en-US" sz="900" kern="0" dirty="0">
                <a:solidFill>
                  <a:srgbClr val="000000"/>
                </a:solidFill>
                <a:ea typeface="Times New Roman" pitchFamily="18" charset="0"/>
                <a:cs typeface="Calibri" panose="020F0502020204030204" pitchFamily="34" charset="0"/>
              </a:rPr>
              <a:t>, GPT API)</a:t>
            </a:r>
          </a:p>
          <a:p>
            <a:pPr marL="171453" indent="-171453" defTabSz="844094">
              <a:spcAft>
                <a:spcPts val="200"/>
              </a:spcAft>
              <a:buFont typeface="Arial" panose="020B0604020202020204" pitchFamily="34" charset="0"/>
              <a:buChar char="•"/>
              <a:tabLst>
                <a:tab pos="274037" algn="l"/>
              </a:tabLst>
              <a:defRPr/>
            </a:pPr>
            <a:r>
              <a:rPr lang="en-US" sz="900" kern="0" dirty="0">
                <a:solidFill>
                  <a:srgbClr val="000000"/>
                </a:solidFill>
                <a:ea typeface="Times New Roman" pitchFamily="18" charset="0"/>
                <a:cs typeface="Calibri" panose="020F0502020204030204" pitchFamily="34" charset="0"/>
              </a:rPr>
              <a:t>MySQL | Postgres | </a:t>
            </a:r>
            <a:r>
              <a:rPr lang="en-US" sz="900" kern="0" dirty="0" err="1">
                <a:solidFill>
                  <a:srgbClr val="000000"/>
                </a:solidFill>
                <a:ea typeface="Times New Roman" pitchFamily="18" charset="0"/>
                <a:cs typeface="Calibri" panose="020F0502020204030204" pitchFamily="34" charset="0"/>
              </a:rPr>
              <a:t>Clickhouse</a:t>
            </a:r>
            <a:r>
              <a:rPr lang="en-US" sz="900" kern="0" dirty="0">
                <a:solidFill>
                  <a:srgbClr val="000000"/>
                </a:solidFill>
                <a:ea typeface="Times New Roman" pitchFamily="18" charset="0"/>
                <a:cs typeface="Calibri" panose="020F0502020204030204" pitchFamily="34" charset="0"/>
              </a:rPr>
              <a:t> | Oracle</a:t>
            </a:r>
          </a:p>
          <a:p>
            <a:pPr marL="171453" indent="-171453" defTabSz="844094">
              <a:spcAft>
                <a:spcPts val="200"/>
              </a:spcAft>
              <a:buFont typeface="Arial" panose="020B0604020202020204" pitchFamily="34" charset="0"/>
              <a:buChar char="•"/>
              <a:tabLst>
                <a:tab pos="274037" algn="l"/>
              </a:tabLst>
              <a:defRPr/>
            </a:pPr>
            <a:r>
              <a:rPr lang="en-US" sz="900" kern="0" dirty="0">
                <a:solidFill>
                  <a:srgbClr val="000000"/>
                </a:solidFill>
                <a:ea typeface="Times New Roman" pitchFamily="18" charset="0"/>
                <a:cs typeface="Calibri" panose="020F0502020204030204" pitchFamily="34" charset="0"/>
              </a:rPr>
              <a:t>DevOps tools – Docker | Jenkins | Terraform | Git | Prometheus</a:t>
            </a:r>
          </a:p>
          <a:p>
            <a:pPr marL="171453" indent="-171453" defTabSz="844094">
              <a:spcAft>
                <a:spcPts val="200"/>
              </a:spcAft>
              <a:buFont typeface="Arial" panose="020B0604020202020204" pitchFamily="34" charset="0"/>
              <a:buChar char="•"/>
              <a:tabLst>
                <a:tab pos="274037" algn="l"/>
              </a:tabLst>
              <a:defRPr/>
            </a:pPr>
            <a:r>
              <a:rPr lang="en-US" sz="900" kern="0" dirty="0">
                <a:solidFill>
                  <a:srgbClr val="000000"/>
                </a:solidFill>
                <a:ea typeface="Times New Roman" pitchFamily="18" charset="0"/>
                <a:cs typeface="Calibri" panose="020F0502020204030204" pitchFamily="34" charset="0"/>
              </a:rPr>
              <a:t>UAT | Jira | GraphQL API testing</a:t>
            </a:r>
          </a:p>
          <a:p>
            <a:pPr marL="171453" indent="-171453" defTabSz="844094">
              <a:spcAft>
                <a:spcPts val="200"/>
              </a:spcAft>
              <a:buFont typeface="Arial" panose="020B0604020202020204" pitchFamily="34" charset="0"/>
              <a:buChar char="•"/>
              <a:tabLst>
                <a:tab pos="274037" algn="l"/>
              </a:tabLst>
              <a:defRPr/>
            </a:pPr>
            <a:r>
              <a:rPr lang="en-US" sz="900" kern="0" dirty="0">
                <a:solidFill>
                  <a:srgbClr val="000000"/>
                </a:solidFill>
                <a:ea typeface="Times New Roman" pitchFamily="18" charset="0"/>
                <a:cs typeface="Calibri" panose="020F0502020204030204" pitchFamily="34" charset="0"/>
              </a:rPr>
              <a:t>AWS EC2 | GCP Compute | EKS | RHEL8 | Ubuntu</a:t>
            </a:r>
          </a:p>
          <a:p>
            <a:pPr marL="171453" indent="-171453" defTabSz="844094">
              <a:spcAft>
                <a:spcPts val="200"/>
              </a:spcAft>
              <a:buFont typeface="Arial" panose="020B0604020202020204" pitchFamily="34" charset="0"/>
              <a:buChar char="•"/>
              <a:tabLst>
                <a:tab pos="274037" algn="l"/>
              </a:tabLst>
              <a:defRPr/>
            </a:pPr>
            <a:r>
              <a:rPr lang="en-US" sz="900" kern="0" dirty="0">
                <a:solidFill>
                  <a:srgbClr val="000000"/>
                </a:solidFill>
                <a:ea typeface="Times New Roman" pitchFamily="18" charset="0"/>
                <a:cs typeface="Calibri" panose="020F0502020204030204" pitchFamily="34" charset="0"/>
              </a:rPr>
              <a:t>Image Processing | Machine Learning | Transfer Learning</a:t>
            </a:r>
          </a:p>
          <a:p>
            <a:pPr defTabSz="844094">
              <a:lnSpc>
                <a:spcPct val="85000"/>
              </a:lnSpc>
              <a:tabLst>
                <a:tab pos="274037" algn="l"/>
              </a:tabLst>
              <a:defRPr/>
            </a:pPr>
            <a:endParaRPr lang="en-US" sz="1001" b="1" kern="0" dirty="0">
              <a:solidFill>
                <a:srgbClr val="00338D"/>
              </a:solidFill>
              <a:latin typeface="Univers for KPMG" panose="020B0603020202020204"/>
              <a:cs typeface="Calibri" panose="020F0502020204030204" pitchFamily="34" charset="0"/>
            </a:endParaRPr>
          </a:p>
          <a:p>
            <a:pPr defTabSz="844094" eaLnBrk="0" hangingPunct="0">
              <a:tabLst>
                <a:tab pos="274037" algn="l"/>
              </a:tabLst>
              <a:defRPr/>
            </a:pPr>
            <a:r>
              <a:rPr lang="en-US" sz="1000" b="1" kern="0" dirty="0">
                <a:solidFill>
                  <a:srgbClr val="00338D"/>
                </a:solidFill>
                <a:cs typeface="Calibri" panose="020F0502020204030204" pitchFamily="34" charset="0"/>
              </a:rPr>
              <a:t>Education, Licenses &amp; Certifications</a:t>
            </a:r>
          </a:p>
          <a:p>
            <a:pPr marL="120167" lvl="1" indent="-118702" defTabSz="844094">
              <a:spcAft>
                <a:spcPts val="200"/>
              </a:spcAft>
              <a:buClr>
                <a:srgbClr val="97989A"/>
              </a:buClr>
              <a:buSzPct val="80000"/>
              <a:buFont typeface="Wingdings" pitchFamily="2" charset="2"/>
              <a:buChar char="n"/>
              <a:tabLst>
                <a:tab pos="274037" algn="l"/>
              </a:tabLst>
              <a:defRPr/>
            </a:pPr>
            <a:r>
              <a:rPr lang="en-US" sz="900" kern="0" dirty="0">
                <a:solidFill>
                  <a:srgbClr val="000000"/>
                </a:solidFill>
                <a:cs typeface="Calibri" panose="020F0502020204030204" pitchFamily="34" charset="0"/>
              </a:rPr>
              <a:t>Bachelors of Technology  (Computer Science)</a:t>
            </a:r>
          </a:p>
          <a:p>
            <a:pPr marL="1465" lvl="1" defTabSz="844094">
              <a:spcAft>
                <a:spcPts val="200"/>
              </a:spcAft>
              <a:buClr>
                <a:srgbClr val="97989A"/>
              </a:buClr>
              <a:buSzPct val="80000"/>
              <a:tabLst>
                <a:tab pos="274037" algn="l"/>
              </a:tabLst>
              <a:defRPr/>
            </a:pPr>
            <a:r>
              <a:rPr lang="en-US" sz="900" kern="0" dirty="0">
                <a:solidFill>
                  <a:srgbClr val="000000"/>
                </a:solidFill>
                <a:cs typeface="Calibri" panose="020F0502020204030204" pitchFamily="34" charset="0"/>
              </a:rPr>
              <a:t>    RGPV Bhopal : 2017-2021 </a:t>
            </a:r>
          </a:p>
          <a:p>
            <a:pPr marL="1465" lvl="1" defTabSz="844094">
              <a:spcAft>
                <a:spcPts val="200"/>
              </a:spcAft>
              <a:buClr>
                <a:srgbClr val="97989A"/>
              </a:buClr>
              <a:buSzPct val="80000"/>
              <a:tabLst>
                <a:tab pos="274037" algn="l"/>
              </a:tabLst>
              <a:defRPr/>
            </a:pPr>
            <a:r>
              <a:rPr lang="en-US" sz="900" kern="0" dirty="0">
                <a:solidFill>
                  <a:srgbClr val="000000"/>
                </a:solidFill>
                <a:cs typeface="Calibri" panose="020F0502020204030204" pitchFamily="34" charset="0"/>
              </a:rPr>
              <a:t>    GPA : 8.31</a:t>
            </a:r>
          </a:p>
          <a:p>
            <a:pPr marL="120167" lvl="1" indent="-118702" defTabSz="844094">
              <a:spcAft>
                <a:spcPts val="200"/>
              </a:spcAft>
              <a:buClr>
                <a:srgbClr val="97989A"/>
              </a:buClr>
              <a:buSzPct val="80000"/>
              <a:buFont typeface="Wingdings" pitchFamily="2" charset="2"/>
              <a:buChar char="n"/>
              <a:tabLst>
                <a:tab pos="274037" algn="l"/>
              </a:tabLst>
              <a:defRPr/>
            </a:pPr>
            <a:r>
              <a:rPr lang="en-US" sz="900" kern="0" dirty="0">
                <a:solidFill>
                  <a:srgbClr val="000000"/>
                </a:solidFill>
                <a:cs typeface="Calibri" panose="020F0502020204030204" pitchFamily="34" charset="0"/>
              </a:rPr>
              <a:t>Hackerrank – 5* in Python and Problem Solving</a:t>
            </a:r>
          </a:p>
          <a:p>
            <a:pPr marL="1465" lvl="1" defTabSz="844094">
              <a:buClr>
                <a:srgbClr val="97989A"/>
              </a:buClr>
              <a:buSzPct val="80000"/>
              <a:tabLst>
                <a:tab pos="274037" algn="l"/>
              </a:tabLst>
              <a:defRPr/>
            </a:pPr>
            <a:endParaRPr lang="en-US" sz="1001" kern="0" dirty="0">
              <a:solidFill>
                <a:srgbClr val="000000"/>
              </a:solidFill>
              <a:latin typeface="Univers for KPMG" panose="020B0603020202020204"/>
              <a:cs typeface="Calibri" panose="020F0502020204030204" pitchFamily="34" charset="0"/>
            </a:endParaRPr>
          </a:p>
          <a:p>
            <a:pPr defTabSz="844094" eaLnBrk="0" hangingPunct="0">
              <a:tabLst>
                <a:tab pos="274037" algn="l"/>
              </a:tabLst>
              <a:defRPr/>
            </a:pPr>
            <a:r>
              <a:rPr lang="en-US" sz="1001" b="1" kern="0" dirty="0">
                <a:solidFill>
                  <a:srgbClr val="00338D"/>
                </a:solidFill>
                <a:cs typeface="Calibri" panose="020F0502020204030204" pitchFamily="34" charset="0"/>
              </a:rPr>
              <a:t>Achievements</a:t>
            </a:r>
          </a:p>
          <a:p>
            <a:pPr marL="120167" lvl="1" indent="-118702" defTabSz="844094">
              <a:spcAft>
                <a:spcPts val="200"/>
              </a:spcAft>
              <a:buClr>
                <a:srgbClr val="97989A"/>
              </a:buClr>
              <a:buSzPct val="80000"/>
              <a:buFont typeface="Wingdings" pitchFamily="2" charset="2"/>
              <a:buChar char="n"/>
              <a:tabLst>
                <a:tab pos="274037" algn="l"/>
              </a:tabLst>
              <a:defRPr/>
            </a:pPr>
            <a:r>
              <a:rPr lang="en-US" sz="900" kern="0" dirty="0">
                <a:cs typeface="Calibri" panose="020F0502020204030204" pitchFamily="34" charset="0"/>
              </a:rPr>
              <a:t>Consistently rated “Exceeds Expectations” in all the year-end/ mid-term performance appraisals in last 2 years</a:t>
            </a:r>
          </a:p>
          <a:p>
            <a:pPr marL="120167" lvl="1" indent="-118702" defTabSz="844094">
              <a:spcAft>
                <a:spcPts val="200"/>
              </a:spcAft>
              <a:buClr>
                <a:srgbClr val="97989A"/>
              </a:buClr>
              <a:buSzPct val="80000"/>
              <a:buFont typeface="Wingdings" pitchFamily="2" charset="2"/>
              <a:buChar char="n"/>
              <a:tabLst>
                <a:tab pos="274037" algn="l"/>
              </a:tabLst>
              <a:defRPr/>
            </a:pPr>
            <a:r>
              <a:rPr lang="en-US" sz="900" kern="0" dirty="0">
                <a:solidFill>
                  <a:srgbClr val="000000"/>
                </a:solidFill>
                <a:cs typeface="Calibri" panose="020F0502020204030204" pitchFamily="34" charset="0"/>
              </a:rPr>
              <a:t>Rising Star – KPMG (Dec 2021)</a:t>
            </a:r>
            <a:endParaRPr lang="en-US" sz="900" kern="0" dirty="0">
              <a:solidFill>
                <a:schemeClr val="tx2"/>
              </a:solidFill>
              <a:cs typeface="Calibri" panose="020F0502020204030204" pitchFamily="34" charset="0"/>
            </a:endParaRPr>
          </a:p>
          <a:p>
            <a:pPr marL="120167" lvl="1" indent="-118702" defTabSz="844094">
              <a:spcAft>
                <a:spcPts val="200"/>
              </a:spcAft>
              <a:buClr>
                <a:srgbClr val="97989A"/>
              </a:buClr>
              <a:buSzPct val="80000"/>
              <a:buFont typeface="Wingdings" pitchFamily="2" charset="2"/>
              <a:buChar char="n"/>
              <a:tabLst>
                <a:tab pos="274037" algn="l"/>
              </a:tabLst>
              <a:defRPr/>
            </a:pPr>
            <a:r>
              <a:rPr lang="en-US" sz="900" kern="0" dirty="0">
                <a:solidFill>
                  <a:srgbClr val="000000"/>
                </a:solidFill>
                <a:cs typeface="Calibri" panose="020F0502020204030204" pitchFamily="34" charset="0"/>
              </a:rPr>
              <a:t>Kudos – KPMG (March 2023)</a:t>
            </a:r>
          </a:p>
          <a:p>
            <a:pPr defTabSz="844094" eaLnBrk="0" hangingPunct="0">
              <a:tabLst>
                <a:tab pos="274037" algn="l"/>
              </a:tabLst>
              <a:defRPr/>
            </a:pPr>
            <a:endParaRPr lang="en-US" sz="900" kern="0" dirty="0">
              <a:cs typeface="Calibri" panose="020F0502020204030204" pitchFamily="34" charset="0"/>
            </a:endParaRPr>
          </a:p>
          <a:p>
            <a:pPr defTabSz="844094" eaLnBrk="0" hangingPunct="0">
              <a:tabLst>
                <a:tab pos="274037" algn="l"/>
              </a:tabLst>
              <a:defRPr/>
            </a:pPr>
            <a:r>
              <a:rPr lang="en-US" sz="1001" b="1" kern="0" dirty="0">
                <a:solidFill>
                  <a:srgbClr val="00338D"/>
                </a:solidFill>
                <a:cs typeface="Calibri" panose="020F0502020204030204" pitchFamily="34" charset="0"/>
              </a:rPr>
              <a:t>Skills</a:t>
            </a:r>
          </a:p>
          <a:p>
            <a:pPr marL="120167" lvl="1" indent="-118702" defTabSz="844094">
              <a:spcAft>
                <a:spcPts val="200"/>
              </a:spcAft>
              <a:buClr>
                <a:srgbClr val="97989A"/>
              </a:buClr>
              <a:buSzPct val="80000"/>
              <a:buFont typeface="Wingdings" pitchFamily="2" charset="2"/>
              <a:buChar char="n"/>
              <a:tabLst>
                <a:tab pos="274037" algn="l"/>
              </a:tabLst>
              <a:defRPr/>
            </a:pPr>
            <a:r>
              <a:rPr lang="en-US" sz="900" kern="0" dirty="0">
                <a:solidFill>
                  <a:srgbClr val="000000"/>
                </a:solidFill>
                <a:cs typeface="Calibri" panose="020F0502020204030204" pitchFamily="34" charset="0"/>
              </a:rPr>
              <a:t>Stakeholder management </a:t>
            </a:r>
          </a:p>
          <a:p>
            <a:pPr marL="120167" lvl="1" indent="-118702" defTabSz="844094">
              <a:spcAft>
                <a:spcPts val="200"/>
              </a:spcAft>
              <a:buClr>
                <a:srgbClr val="97989A"/>
              </a:buClr>
              <a:buSzPct val="80000"/>
              <a:buFont typeface="Wingdings" pitchFamily="2" charset="2"/>
              <a:buChar char="n"/>
              <a:tabLst>
                <a:tab pos="274037" algn="l"/>
              </a:tabLst>
              <a:defRPr/>
            </a:pPr>
            <a:r>
              <a:rPr lang="en-US" sz="900" kern="0" dirty="0">
                <a:solidFill>
                  <a:srgbClr val="000000"/>
                </a:solidFill>
                <a:cs typeface="Calibri" panose="020F0502020204030204" pitchFamily="34" charset="0"/>
              </a:rPr>
              <a:t>Innovation/ new product development</a:t>
            </a:r>
          </a:p>
          <a:p>
            <a:pPr marL="120167" lvl="1" indent="-118702" defTabSz="844094">
              <a:spcAft>
                <a:spcPts val="200"/>
              </a:spcAft>
              <a:buClr>
                <a:srgbClr val="97989A"/>
              </a:buClr>
              <a:buSzPct val="80000"/>
              <a:buFont typeface="Wingdings" pitchFamily="2" charset="2"/>
              <a:buChar char="n"/>
              <a:tabLst>
                <a:tab pos="274037" algn="l"/>
              </a:tabLst>
              <a:defRPr/>
            </a:pPr>
            <a:r>
              <a:rPr lang="en-US" sz="900" kern="0" dirty="0">
                <a:solidFill>
                  <a:srgbClr val="000000"/>
                </a:solidFill>
                <a:cs typeface="Calibri" panose="020F0502020204030204" pitchFamily="34" charset="0"/>
              </a:rPr>
              <a:t>Resilience under pressure</a:t>
            </a:r>
          </a:p>
          <a:p>
            <a:pPr marL="120167" lvl="1" indent="-118702" defTabSz="844094">
              <a:buClr>
                <a:srgbClr val="97989A"/>
              </a:buClr>
              <a:buSzPct val="80000"/>
              <a:buFont typeface="Wingdings" pitchFamily="2" charset="2"/>
              <a:buChar char="n"/>
              <a:tabLst>
                <a:tab pos="274037" algn="l"/>
              </a:tabLst>
              <a:defRPr/>
            </a:pPr>
            <a:endParaRPr lang="en-US" sz="900" kern="0" dirty="0">
              <a:solidFill>
                <a:srgbClr val="000000"/>
              </a:solidFill>
              <a:cs typeface="Calibri" panose="020F0502020204030204" pitchFamily="34" charset="0"/>
            </a:endParaRPr>
          </a:p>
        </p:txBody>
      </p:sp>
      <p:pic>
        <p:nvPicPr>
          <p:cNvPr id="8" name="Picture 7">
            <a:extLst>
              <a:ext uri="{FF2B5EF4-FFF2-40B4-BE49-F238E27FC236}">
                <a16:creationId xmlns:a16="http://schemas.microsoft.com/office/drawing/2014/main" id="{381F3C57-47BF-7DD7-EC1F-87EAA50FE20F}"/>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a:off x="129599" y="723426"/>
            <a:ext cx="1440121" cy="1705181"/>
          </a:xfrm>
          <a:prstGeom prst="rect">
            <a:avLst/>
          </a:prstGeom>
        </p:spPr>
      </p:pic>
      <p:pic>
        <p:nvPicPr>
          <p:cNvPr id="9" name="Graphic 8" descr="Email with solid fill">
            <a:extLst>
              <a:ext uri="{FF2B5EF4-FFF2-40B4-BE49-F238E27FC236}">
                <a16:creationId xmlns:a16="http://schemas.microsoft.com/office/drawing/2014/main" id="{151E5B1C-4983-8778-A335-B9AE95C4E668}"/>
              </a:ext>
            </a:extLst>
          </p:cNvPr>
          <p:cNvPicPr>
            <a:picLocks/>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16842" y="3123259"/>
            <a:ext cx="144000" cy="108000"/>
          </a:xfrm>
          <a:prstGeom prst="rect">
            <a:avLst/>
          </a:prstGeom>
        </p:spPr>
      </p:pic>
      <p:pic>
        <p:nvPicPr>
          <p:cNvPr id="12" name="Graphic 11" descr="Receiver with solid fill">
            <a:extLst>
              <a:ext uri="{FF2B5EF4-FFF2-40B4-BE49-F238E27FC236}">
                <a16:creationId xmlns:a16="http://schemas.microsoft.com/office/drawing/2014/main" id="{5A0D9EC6-2F92-4E52-E24D-0A6E124BDAAE}"/>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34842" y="3286772"/>
            <a:ext cx="126000" cy="126000"/>
          </a:xfrm>
          <a:prstGeom prst="rect">
            <a:avLst/>
          </a:prstGeom>
        </p:spPr>
      </p:pic>
      <p:pic>
        <p:nvPicPr>
          <p:cNvPr id="14" name="Picture 13" descr="A black and white logo&#10;&#10;Description automatically generated">
            <a:extLst>
              <a:ext uri="{FF2B5EF4-FFF2-40B4-BE49-F238E27FC236}">
                <a16:creationId xmlns:a16="http://schemas.microsoft.com/office/drawing/2014/main" id="{CA7C30A1-A8A7-39B9-4064-159A81B3F378}"/>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29599" y="3456927"/>
            <a:ext cx="126000" cy="126000"/>
          </a:xfrm>
          <a:prstGeom prst="rect">
            <a:avLst/>
          </a:prstGeom>
        </p:spPr>
      </p:pic>
      <p:pic>
        <p:nvPicPr>
          <p:cNvPr id="16" name="Picture 15" descr="A black and white logo&#10;&#10;Description automatically generated">
            <a:extLst>
              <a:ext uri="{FF2B5EF4-FFF2-40B4-BE49-F238E27FC236}">
                <a16:creationId xmlns:a16="http://schemas.microsoft.com/office/drawing/2014/main" id="{51A45285-498A-C9A2-4C7E-48425BBBCABD}"/>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129599" y="3627082"/>
            <a:ext cx="126000" cy="126000"/>
          </a:xfrm>
          <a:prstGeom prst="rect">
            <a:avLst/>
          </a:prstGeom>
        </p:spPr>
      </p:pic>
      <p:pic>
        <p:nvPicPr>
          <p:cNvPr id="2" name="Graphic 1" descr="Briefcase with solid fill">
            <a:extLst>
              <a:ext uri="{FF2B5EF4-FFF2-40B4-BE49-F238E27FC236}">
                <a16:creationId xmlns:a16="http://schemas.microsoft.com/office/drawing/2014/main" id="{BEF2D8DF-2D28-A3C8-E303-BD8F1F19D408}"/>
              </a:ext>
            </a:extLst>
          </p:cNvPr>
          <p:cNvPicPr>
            <a:picLocks noChangeAspect="1"/>
          </p:cNvPicPr>
          <p:nvPr/>
        </p:nvPicPr>
        <p:blipFill>
          <a:blip r:embed="rId13" cstate="print">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17856" y="2943127"/>
            <a:ext cx="142985" cy="142985"/>
          </a:xfrm>
          <a:prstGeom prst="rect">
            <a:avLst/>
          </a:prstGeom>
        </p:spPr>
      </p:pic>
    </p:spTree>
    <p:extLst>
      <p:ext uri="{BB962C8B-B14F-4D97-AF65-F5344CB8AC3E}">
        <p14:creationId xmlns:p14="http://schemas.microsoft.com/office/powerpoint/2010/main" val="297792579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REATEDBY" val="Global PowerPoint Toolbar"/>
  <p:tag name="TOOLBARVERSION" val="5.1"/>
  <p:tag name="TYPE" val="ScreenWide"/>
  <p:tag name="KEYWORD" val="SCREENWIDE"/>
  <p:tag name="TEMPLATEVERSION" val="12/02/2016 22:29:40"/>
</p:tagLst>
</file>

<file path=ppt/theme/theme1.xml><?xml version="1.0" encoding="utf-8"?>
<a:theme xmlns:a="http://schemas.openxmlformats.org/drawingml/2006/main" name="KPMG_Widescreen_16:9 02/02/2016">
  <a:themeElements>
    <a:clrScheme name="New KPMG Colours">
      <a:dk1>
        <a:srgbClr val="000000"/>
      </a:dk1>
      <a:lt1>
        <a:sysClr val="window" lastClr="FFFFFF"/>
      </a:lt1>
      <a:dk2>
        <a:srgbClr val="00338D"/>
      </a:dk2>
      <a:lt2>
        <a:srgbClr val="005EB8"/>
      </a:lt2>
      <a:accent1>
        <a:srgbClr val="0091DA"/>
      </a:accent1>
      <a:accent2>
        <a:srgbClr val="483698"/>
      </a:accent2>
      <a:accent3>
        <a:srgbClr val="470A68"/>
      </a:accent3>
      <a:accent4>
        <a:srgbClr val="6D2077"/>
      </a:accent4>
      <a:accent5>
        <a:srgbClr val="00A3A1"/>
      </a:accent5>
      <a:accent6>
        <a:srgbClr val="C6007E"/>
      </a:accent6>
      <a:hlink>
        <a:srgbClr val="0091DA"/>
      </a:hlink>
      <a:folHlink>
        <a:srgbClr val="0091DA"/>
      </a:folHlink>
    </a:clrScheme>
    <a:fontScheme name="KPMG">
      <a:majorFont>
        <a:latin typeface="KPMG Extralight"/>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lIns="54610" tIns="54610" rIns="54610" bIns="54610" rtlCol="0" anchor="ctr"/>
      <a:lstStyle>
        <a:defPPr algn="l">
          <a:defRPr sz="15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54610" tIns="54610" rIns="54610" bIns="54610" rtlCol="0">
        <a:noAutofit/>
      </a:bodyPr>
      <a:lstStyle>
        <a:defPPr>
          <a:spcAft>
            <a:spcPts val="600"/>
          </a:spcAft>
          <a:defRPr sz="1500" dirty="0" err="1" smtClean="0">
            <a:solidFill>
              <a:schemeClr val="tx2"/>
            </a:solidFill>
          </a:defRPr>
        </a:defPPr>
      </a:lstStyle>
    </a:txDef>
  </a:objectDefaults>
  <a:extraClrSchemeLst/>
  <a:extLst>
    <a:ext uri="{05A4C25C-085E-4340-85A3-A5531E510DB2}">
      <thm15:themeFamily xmlns:thm15="http://schemas.microsoft.com/office/thememl/2012/main" name="KPMG Widescreen Standard Template.potx" id="{6913FBE4-5C9D-48D4-9B13-39B3B1FB023D}" vid="{6372ECA7-2E22-4698-9B67-7946B51B7E4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6E1E04C178E2143A6623C19AD70E47B" ma:contentTypeVersion="13" ma:contentTypeDescription="Create a new document." ma:contentTypeScope="" ma:versionID="a5f17b146996533e132c736eea7c834f">
  <xsd:schema xmlns:xsd="http://www.w3.org/2001/XMLSchema" xmlns:xs="http://www.w3.org/2001/XMLSchema" xmlns:p="http://schemas.microsoft.com/office/2006/metadata/properties" xmlns:ns3="0e795e1c-5248-4ec1-b601-7a39428f93c4" xmlns:ns4="61a260c3-bd5c-4574-859f-71217fd5614e" targetNamespace="http://schemas.microsoft.com/office/2006/metadata/properties" ma:root="true" ma:fieldsID="c7e0bf19d97be956df1ee331ccfe688e" ns3:_="" ns4:_="">
    <xsd:import namespace="0e795e1c-5248-4ec1-b601-7a39428f93c4"/>
    <xsd:import namespace="61a260c3-bd5c-4574-859f-71217fd5614e"/>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Location" minOccurs="0"/>
                <xsd:element ref="ns3:MediaServiceOCR" minOccurs="0"/>
                <xsd:element ref="ns3:MediaServiceGenerationTime" minOccurs="0"/>
                <xsd:element ref="ns3:MediaServiceEventHashCode"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e795e1c-5248-4ec1-b601-7a39428f93c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Location" ma:index="12" nillable="true" ma:displayName="Location" ma:internalName="MediaServiceLocation"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61a260c3-bd5c-4574-859f-71217fd5614e"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SharingHintHash" ma:index="18"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BD844EB-9293-4C3D-9DBA-8A2E9F75670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e795e1c-5248-4ec1-b601-7a39428f93c4"/>
    <ds:schemaRef ds:uri="61a260c3-bd5c-4574-859f-71217fd5614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618EDEA-DC0F-4651-B197-04444F9D32AB}">
  <ds:schemaRefs>
    <ds:schemaRef ds:uri="http://schemas.microsoft.com/sharepoint/v3/contenttype/forms"/>
  </ds:schemaRefs>
</ds:datastoreItem>
</file>

<file path=customXml/itemProps3.xml><?xml version="1.0" encoding="utf-8"?>
<ds:datastoreItem xmlns:ds="http://schemas.openxmlformats.org/officeDocument/2006/customXml" ds:itemID="{2F0F61E3-5C23-48AC-9594-BEAE0C0DD15E}">
  <ds:schemaRefs>
    <ds:schemaRef ds:uri="http://purl.org/dc/dcmitype/"/>
    <ds:schemaRef ds:uri="http://schemas.microsoft.com/office/2006/documentManagement/types"/>
    <ds:schemaRef ds:uri="0e795e1c-5248-4ec1-b601-7a39428f93c4"/>
    <ds:schemaRef ds:uri="http://schemas.microsoft.com/office/2006/metadata/properties"/>
    <ds:schemaRef ds:uri="http://schemas.microsoft.com/office/infopath/2007/PartnerControls"/>
    <ds:schemaRef ds:uri="61a260c3-bd5c-4574-859f-71217fd5614e"/>
    <ds:schemaRef ds:uri="http://purl.org/dc/elements/1.1/"/>
    <ds:schemaRef ds:uri="http://schemas.openxmlformats.org/package/2006/metadata/core-properties"/>
    <ds:schemaRef ds:uri="http://www.w3.org/XML/1998/namespace"/>
    <ds:schemaRef ds:uri="http://purl.org/dc/terms/"/>
  </ds:schemaRefs>
</ds:datastoreItem>
</file>

<file path=docProps/app.xml><?xml version="1.0" encoding="utf-8"?>
<Properties xmlns="http://schemas.openxmlformats.org/officeDocument/2006/extended-properties" xmlns:vt="http://schemas.openxmlformats.org/officeDocument/2006/docPropsVTypes">
  <Template>KPMG Widescreen Standard Template</Template>
  <TotalTime>10842</TotalTime>
  <Words>768</Words>
  <Application>Microsoft Office PowerPoint</Application>
  <PresentationFormat>Custom</PresentationFormat>
  <Paragraphs>62</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KPMG Extralight</vt:lpstr>
      <vt:lpstr>Univers for KPMG</vt:lpstr>
      <vt:lpstr>Wingdings</vt:lpstr>
      <vt:lpstr>KPMG_Widescreen_16:9 02/02/2016</vt:lpstr>
      <vt:lpstr>Rishabh Tripathi – Curriculum Vittae</vt:lpstr>
    </vt:vector>
  </TitlesOfParts>
  <Company>KPMG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Wide screen template</dc:title>
  <dc:creator>Beniwal, Bharat</dc:creator>
  <cp:lastModifiedBy>Tripathi, Rishabh</cp:lastModifiedBy>
  <cp:revision>1000</cp:revision>
  <dcterms:created xsi:type="dcterms:W3CDTF">2017-06-08T09:06:12Z</dcterms:created>
  <dcterms:modified xsi:type="dcterms:W3CDTF">2023-11-23T10:55:08Z</dcterms:modified>
  <cp:category>KPMG Confidential</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0x010100F6E1E04C178E2143A6623C19AD70E47B</vt:lpwstr>
  </property>
</Properties>
</file>