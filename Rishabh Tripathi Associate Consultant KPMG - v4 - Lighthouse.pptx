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sldIdLst>
    <p:sldId id="785" r:id="rId5"/>
    <p:sldId id="786" r:id="rId6"/>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561" userDrawn="1">
          <p15:clr>
            <a:srgbClr val="A4A3A4"/>
          </p15:clr>
        </p15:guide>
        <p15:guide id="2" orient="horz" pos="768" userDrawn="1">
          <p15:clr>
            <a:srgbClr val="A4A3A4"/>
          </p15:clr>
        </p15:guide>
        <p15:guide id="3" orient="horz" pos="1848" userDrawn="1">
          <p15:clr>
            <a:srgbClr val="A4A3A4"/>
          </p15:clr>
        </p15:guide>
        <p15:guide id="4" pos="1584" userDrawn="1">
          <p15:clr>
            <a:srgbClr val="A4A3A4"/>
          </p15:clr>
        </p15:guide>
        <p15:guide id="5" pos="38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7"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8D"/>
    <a:srgbClr val="252973"/>
    <a:srgbClr val="0091DA"/>
    <a:srgbClr val="0070C0"/>
    <a:srgbClr val="FFC000"/>
    <a:srgbClr val="92D050"/>
    <a:srgbClr val="A79E70"/>
    <a:srgbClr val="000000"/>
    <a:srgbClr val="002060"/>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F6616B-1A06-4749-9608-AA319BF17A31}" v="2" dt="2023-11-22T18:14:09.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710" autoAdjust="0"/>
    <p:restoredTop sz="94434" autoAdjust="0"/>
  </p:normalViewPr>
  <p:slideViewPr>
    <p:cSldViewPr snapToGrid="0" showGuides="1">
      <p:cViewPr>
        <p:scale>
          <a:sx n="100" d="100"/>
          <a:sy n="100" d="100"/>
        </p:scale>
        <p:origin x="485" y="-341"/>
      </p:cViewPr>
      <p:guideLst>
        <p:guide pos="7561"/>
        <p:guide orient="horz" pos="768"/>
        <p:guide orient="horz" pos="1848"/>
        <p:guide pos="1584"/>
        <p:guide pos="3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pathi, Rishabh" userId="cfd79da9-aac0-444e-a4e2-aab20ab3edcd" providerId="ADAL" clId="{B24A36CB-6F62-4791-BF7B-0F43D129C2CB}"/>
    <pc:docChg chg="undo custSel modSld">
      <pc:chgData name="Tripathi, Rishabh" userId="cfd79da9-aac0-444e-a4e2-aab20ab3edcd" providerId="ADAL" clId="{B24A36CB-6F62-4791-BF7B-0F43D129C2CB}" dt="2023-09-06T18:32:44.799" v="1007" actId="1076"/>
      <pc:docMkLst>
        <pc:docMk/>
      </pc:docMkLst>
      <pc:sldChg chg="addSp delSp modSp mod">
        <pc:chgData name="Tripathi, Rishabh" userId="cfd79da9-aac0-444e-a4e2-aab20ab3edcd" providerId="ADAL" clId="{B24A36CB-6F62-4791-BF7B-0F43D129C2CB}" dt="2023-09-06T18:32:44.799" v="1007" actId="1076"/>
        <pc:sldMkLst>
          <pc:docMk/>
          <pc:sldMk cId="2977925796" sldId="785"/>
        </pc:sldMkLst>
        <pc:spChg chg="del">
          <ac:chgData name="Tripathi, Rishabh" userId="cfd79da9-aac0-444e-a4e2-aab20ab3edcd" providerId="ADAL" clId="{B24A36CB-6F62-4791-BF7B-0F43D129C2CB}" dt="2023-09-06T06:06:59.585" v="0" actId="478"/>
          <ac:spMkLst>
            <pc:docMk/>
            <pc:sldMk cId="2977925796" sldId="785"/>
            <ac:spMk id="2" creationId="{00000000-0000-0000-0000-000000000000}"/>
          </ac:spMkLst>
        </pc:spChg>
        <pc:spChg chg="add del mod">
          <ac:chgData name="Tripathi, Rishabh" userId="cfd79da9-aac0-444e-a4e2-aab20ab3edcd" providerId="ADAL" clId="{B24A36CB-6F62-4791-BF7B-0F43D129C2CB}" dt="2023-09-06T06:08:44.612" v="13" actId="478"/>
          <ac:spMkLst>
            <pc:docMk/>
            <pc:sldMk cId="2977925796" sldId="785"/>
            <ac:spMk id="4" creationId="{9EDC4F71-C990-CEAB-ED4B-53F406D76D99}"/>
          </ac:spMkLst>
        </pc:spChg>
        <pc:spChg chg="add mod">
          <ac:chgData name="Tripathi, Rishabh" userId="cfd79da9-aac0-444e-a4e2-aab20ab3edcd" providerId="ADAL" clId="{B24A36CB-6F62-4791-BF7B-0F43D129C2CB}" dt="2023-09-06T16:17:28.185" v="899" actId="1076"/>
          <ac:spMkLst>
            <pc:docMk/>
            <pc:sldMk cId="2977925796" sldId="785"/>
            <ac:spMk id="5" creationId="{C8A82FA1-A640-6E7F-83D2-83BB764AE830}"/>
          </ac:spMkLst>
        </pc:spChg>
        <pc:spChg chg="add mod">
          <ac:chgData name="Tripathi, Rishabh" userId="cfd79da9-aac0-444e-a4e2-aab20ab3edcd" providerId="ADAL" clId="{B24A36CB-6F62-4791-BF7B-0F43D129C2CB}" dt="2023-09-06T18:31:00.305" v="1006" actId="14100"/>
          <ac:spMkLst>
            <pc:docMk/>
            <pc:sldMk cId="2977925796" sldId="785"/>
            <ac:spMk id="6" creationId="{F108E6DE-D731-EED2-F76C-32D5A2DB65DB}"/>
          </ac:spMkLst>
        </pc:spChg>
        <pc:spChg chg="add mod">
          <ac:chgData name="Tripathi, Rishabh" userId="cfd79da9-aac0-444e-a4e2-aab20ab3edcd" providerId="ADAL" clId="{B24A36CB-6F62-4791-BF7B-0F43D129C2CB}" dt="2023-09-06T16:17:38.860" v="901" actId="1076"/>
          <ac:spMkLst>
            <pc:docMk/>
            <pc:sldMk cId="2977925796" sldId="785"/>
            <ac:spMk id="7" creationId="{7F7705BC-BCC0-127B-19D6-EDA701B42130}"/>
          </ac:spMkLst>
        </pc:spChg>
        <pc:spChg chg="add mod">
          <ac:chgData name="Tripathi, Rishabh" userId="cfd79da9-aac0-444e-a4e2-aab20ab3edcd" providerId="ADAL" clId="{B24A36CB-6F62-4791-BF7B-0F43D129C2CB}" dt="2023-09-06T06:09:34.799" v="18" actId="1076"/>
          <ac:spMkLst>
            <pc:docMk/>
            <pc:sldMk cId="2977925796" sldId="785"/>
            <ac:spMk id="11" creationId="{E98FD351-DCB3-5E67-700D-2531A16FD028}"/>
          </ac:spMkLst>
        </pc:spChg>
        <pc:spChg chg="del">
          <ac:chgData name="Tripathi, Rishabh" userId="cfd79da9-aac0-444e-a4e2-aab20ab3edcd" providerId="ADAL" clId="{B24A36CB-6F62-4791-BF7B-0F43D129C2CB}" dt="2023-09-06T06:06:59.585" v="0" actId="478"/>
          <ac:spMkLst>
            <pc:docMk/>
            <pc:sldMk cId="2977925796" sldId="785"/>
            <ac:spMk id="12"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18"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19"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86" creationId="{00000000-0000-0000-0000-000000000000}"/>
          </ac:spMkLst>
        </pc:spChg>
        <pc:picChg chg="del">
          <ac:chgData name="Tripathi, Rishabh" userId="cfd79da9-aac0-444e-a4e2-aab20ab3edcd" providerId="ADAL" clId="{B24A36CB-6F62-4791-BF7B-0F43D129C2CB}" dt="2023-09-06T06:06:59.585" v="0" actId="478"/>
          <ac:picMkLst>
            <pc:docMk/>
            <pc:sldMk cId="2977925796" sldId="785"/>
            <ac:picMk id="8" creationId="{FD7E4F3C-EB18-4F50-B53A-DA5DB56EE375}"/>
          </ac:picMkLst>
        </pc:picChg>
        <pc:picChg chg="add mod">
          <ac:chgData name="Tripathi, Rishabh" userId="cfd79da9-aac0-444e-a4e2-aab20ab3edcd" providerId="ADAL" clId="{B24A36CB-6F62-4791-BF7B-0F43D129C2CB}" dt="2023-09-06T18:32:44.799" v="1007" actId="1076"/>
          <ac:picMkLst>
            <pc:docMk/>
            <pc:sldMk cId="2977925796" sldId="785"/>
            <ac:picMk id="9" creationId="{BDC25DBC-4FD1-FA88-7833-F47EE4AF7ACA}"/>
          </ac:picMkLst>
        </pc:picChg>
        <pc:picChg chg="add del mod">
          <ac:chgData name="Tripathi, Rishabh" userId="cfd79da9-aac0-444e-a4e2-aab20ab3edcd" providerId="ADAL" clId="{B24A36CB-6F62-4791-BF7B-0F43D129C2CB}" dt="2023-09-06T06:09:18.650" v="15"/>
          <ac:picMkLst>
            <pc:docMk/>
            <pc:sldMk cId="2977925796" sldId="785"/>
            <ac:picMk id="10" creationId="{50B2815D-1F3E-3D77-9D36-62B9BE90B04D}"/>
          </ac:picMkLst>
        </pc:picChg>
      </pc:sldChg>
    </pc:docChg>
  </pc:docChgLst>
  <pc:docChgLst>
    <pc:chgData name="Tripathi, Rishabh" userId="cfd79da9-aac0-444e-a4e2-aab20ab3edcd" providerId="ADAL" clId="{FAC2D39A-3725-416A-8CEE-B36825622C39}"/>
    <pc:docChg chg="undo custSel modSld">
      <pc:chgData name="Tripathi, Rishabh" userId="cfd79da9-aac0-444e-a4e2-aab20ab3edcd" providerId="ADAL" clId="{FAC2D39A-3725-416A-8CEE-B36825622C39}" dt="2022-02-07T05:51:58.768" v="2344" actId="20577"/>
      <pc:docMkLst>
        <pc:docMk/>
      </pc:docMkLst>
      <pc:sldChg chg="modSp mod">
        <pc:chgData name="Tripathi, Rishabh" userId="cfd79da9-aac0-444e-a4e2-aab20ab3edcd" providerId="ADAL" clId="{FAC2D39A-3725-416A-8CEE-B36825622C39}" dt="2022-02-07T05:51:58.768" v="2344" actId="20577"/>
        <pc:sldMkLst>
          <pc:docMk/>
          <pc:sldMk cId="2977925796" sldId="785"/>
        </pc:sldMkLst>
        <pc:spChg chg="mod">
          <ac:chgData name="Tripathi, Rishabh" userId="cfd79da9-aac0-444e-a4e2-aab20ab3edcd" providerId="ADAL" clId="{FAC2D39A-3725-416A-8CEE-B36825622C39}" dt="2022-02-07T05:51:58.768" v="2344" actId="20577"/>
          <ac:spMkLst>
            <pc:docMk/>
            <pc:sldMk cId="2977925796" sldId="785"/>
            <ac:spMk id="18" creationId="{00000000-0000-0000-0000-000000000000}"/>
          </ac:spMkLst>
        </pc:spChg>
        <pc:spChg chg="mod">
          <ac:chgData name="Tripathi, Rishabh" userId="cfd79da9-aac0-444e-a4e2-aab20ab3edcd" providerId="ADAL" clId="{FAC2D39A-3725-416A-8CEE-B36825622C39}" dt="2022-02-07T05:50:19.315" v="2266" actId="14100"/>
          <ac:spMkLst>
            <pc:docMk/>
            <pc:sldMk cId="2977925796" sldId="785"/>
            <ac:spMk id="19" creationId="{00000000-0000-0000-0000-000000000000}"/>
          </ac:spMkLst>
        </pc:spChg>
      </pc:sldChg>
    </pc:docChg>
  </pc:docChgLst>
  <pc:docChgLst>
    <pc:chgData name="Tripathi, Rishabh" userId="cfd79da9-aac0-444e-a4e2-aab20ab3edcd" providerId="ADAL" clId="{A5F6616B-1A06-4749-9608-AA319BF17A31}"/>
    <pc:docChg chg="undo custSel addSld delSld modSld modMainMaster modNotesMaster">
      <pc:chgData name="Tripathi, Rishabh" userId="cfd79da9-aac0-444e-a4e2-aab20ab3edcd" providerId="ADAL" clId="{A5F6616B-1A06-4749-9608-AA319BF17A31}" dt="2023-11-22T18:14:09.454" v="30"/>
      <pc:docMkLst>
        <pc:docMk/>
      </pc:docMkLst>
      <pc:sldChg chg="modSp modNotes">
        <pc:chgData name="Tripathi, Rishabh" userId="cfd79da9-aac0-444e-a4e2-aab20ab3edcd" providerId="ADAL" clId="{A5F6616B-1A06-4749-9608-AA319BF17A31}" dt="2023-11-22T18:14:09.454" v="30"/>
        <pc:sldMkLst>
          <pc:docMk/>
          <pc:sldMk cId="2977925796" sldId="785"/>
        </pc:sldMkLst>
        <pc:spChg chg="mod">
          <ac:chgData name="Tripathi, Rishabh" userId="cfd79da9-aac0-444e-a4e2-aab20ab3edcd" providerId="ADAL" clId="{A5F6616B-1A06-4749-9608-AA319BF17A31}" dt="2023-11-22T18:14:09.454" v="30"/>
          <ac:spMkLst>
            <pc:docMk/>
            <pc:sldMk cId="2977925796" sldId="785"/>
            <ac:spMk id="5" creationId="{C8A82FA1-A640-6E7F-83D2-83BB764AE830}"/>
          </ac:spMkLst>
        </pc:spChg>
        <pc:spChg chg="mod">
          <ac:chgData name="Tripathi, Rishabh" userId="cfd79da9-aac0-444e-a4e2-aab20ab3edcd" providerId="ADAL" clId="{A5F6616B-1A06-4749-9608-AA319BF17A31}" dt="2023-11-22T18:14:09.454" v="30"/>
          <ac:spMkLst>
            <pc:docMk/>
            <pc:sldMk cId="2977925796" sldId="785"/>
            <ac:spMk id="6" creationId="{F108E6DE-D731-EED2-F76C-32D5A2DB65DB}"/>
          </ac:spMkLst>
        </pc:spChg>
        <pc:spChg chg="mod">
          <ac:chgData name="Tripathi, Rishabh" userId="cfd79da9-aac0-444e-a4e2-aab20ab3edcd" providerId="ADAL" clId="{A5F6616B-1A06-4749-9608-AA319BF17A31}" dt="2023-11-22T18:14:09.454" v="30"/>
          <ac:spMkLst>
            <pc:docMk/>
            <pc:sldMk cId="2977925796" sldId="785"/>
            <ac:spMk id="7" creationId="{7F7705BC-BCC0-127B-19D6-EDA701B42130}"/>
          </ac:spMkLst>
        </pc:spChg>
        <pc:spChg chg="mod">
          <ac:chgData name="Tripathi, Rishabh" userId="cfd79da9-aac0-444e-a4e2-aab20ab3edcd" providerId="ADAL" clId="{A5F6616B-1A06-4749-9608-AA319BF17A31}" dt="2023-11-22T18:14:09.454" v="30"/>
          <ac:spMkLst>
            <pc:docMk/>
            <pc:sldMk cId="2977925796" sldId="785"/>
            <ac:spMk id="11" creationId="{E98FD351-DCB3-5E67-700D-2531A16FD028}"/>
          </ac:spMkLst>
        </pc:spChg>
        <pc:picChg chg="mod">
          <ac:chgData name="Tripathi, Rishabh" userId="cfd79da9-aac0-444e-a4e2-aab20ab3edcd" providerId="ADAL" clId="{A5F6616B-1A06-4749-9608-AA319BF17A31}" dt="2023-11-22T18:14:09.454" v="30"/>
          <ac:picMkLst>
            <pc:docMk/>
            <pc:sldMk cId="2977925796" sldId="785"/>
            <ac:picMk id="9" creationId="{BDC25DBC-4FD1-FA88-7833-F47EE4AF7ACA}"/>
          </ac:picMkLst>
        </pc:picChg>
      </pc:sldChg>
      <pc:sldChg chg="modSp new add del mod">
        <pc:chgData name="Tripathi, Rishabh" userId="cfd79da9-aac0-444e-a4e2-aab20ab3edcd" providerId="ADAL" clId="{A5F6616B-1A06-4749-9608-AA319BF17A31}" dt="2023-11-22T18:14:08.817" v="29" actId="20577"/>
        <pc:sldMkLst>
          <pc:docMk/>
          <pc:sldMk cId="2138515364" sldId="786"/>
        </pc:sldMkLst>
        <pc:spChg chg="mod">
          <ac:chgData name="Tripathi, Rishabh" userId="cfd79da9-aac0-444e-a4e2-aab20ab3edcd" providerId="ADAL" clId="{A5F6616B-1A06-4749-9608-AA319BF17A31}" dt="2023-11-22T18:14:08.817" v="29" actId="20577"/>
          <ac:spMkLst>
            <pc:docMk/>
            <pc:sldMk cId="2138515364" sldId="786"/>
            <ac:spMk id="2" creationId="{879086F0-DDBB-1B13-E282-DD065C30838B}"/>
          </ac:spMkLst>
        </pc:spChg>
      </pc:sldChg>
      <pc:sldMasterChg chg="modSp modSldLayout">
        <pc:chgData name="Tripathi, Rishabh" userId="cfd79da9-aac0-444e-a4e2-aab20ab3edcd" providerId="ADAL" clId="{A5F6616B-1A06-4749-9608-AA319BF17A31}" dt="2023-11-22T18:14:09.454" v="30"/>
        <pc:sldMasterMkLst>
          <pc:docMk/>
          <pc:sldMasterMk cId="3521449419" sldId="2147483660"/>
        </pc:sldMasterMkLst>
        <pc:spChg chg="mod">
          <ac:chgData name="Tripathi, Rishabh" userId="cfd79da9-aac0-444e-a4e2-aab20ab3edcd" providerId="ADAL" clId="{A5F6616B-1A06-4749-9608-AA319BF17A31}" dt="2023-11-22T18:14:09.454" v="30"/>
          <ac:spMkLst>
            <pc:docMk/>
            <pc:sldMasterMk cId="3521449419" sldId="2147483660"/>
            <ac:spMk id="2"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2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30" creationId="{00000000-0000-0000-0000-000000000000}"/>
          </ac:spMkLst>
        </pc:spChg>
        <pc:sldLayoutChg chg="modSp">
          <pc:chgData name="Tripathi, Rishabh" userId="cfd79da9-aac0-444e-a4e2-aab20ab3edcd" providerId="ADAL" clId="{A5F6616B-1A06-4749-9608-AA319BF17A31}" dt="2023-11-22T18:14:09.454" v="30"/>
          <pc:sldLayoutMkLst>
            <pc:docMk/>
            <pc:sldMasterMk cId="3521449419" sldId="2147483660"/>
            <pc:sldLayoutMk cId="1086707192" sldId="2147483666"/>
          </pc:sldLayoutMkLst>
          <pc:spChg chg="mod">
            <ac:chgData name="Tripathi, Rishabh" userId="cfd79da9-aac0-444e-a4e2-aab20ab3edcd" providerId="ADAL" clId="{A5F6616B-1A06-4749-9608-AA319BF17A31}" dt="2023-11-22T18:14:09.454" v="30"/>
            <ac:spMkLst>
              <pc:docMk/>
              <pc:sldMasterMk cId="3521449419" sldId="2147483660"/>
              <pc:sldLayoutMk cId="1086707192" sldId="2147483666"/>
              <ac:spMk id="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086707192" sldId="2147483666"/>
              <ac:spMk id="4"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086707192" sldId="2147483666"/>
              <ac:spMk id="40"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1086707192" sldId="2147483666"/>
              <ac:picMk id="2"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3267273653" sldId="2147483667"/>
          </pc:sldLayoutMkLst>
          <pc:spChg chg="mod">
            <ac:chgData name="Tripathi, Rishabh" userId="cfd79da9-aac0-444e-a4e2-aab20ab3edcd" providerId="ADAL" clId="{A5F6616B-1A06-4749-9608-AA319BF17A31}" dt="2023-11-22T18:14:09.454" v="30"/>
            <ac:spMkLst>
              <pc:docMk/>
              <pc:sldMasterMk cId="3521449419" sldId="2147483660"/>
              <pc:sldLayoutMk cId="3267273653" sldId="2147483667"/>
              <ac:spMk id="10"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1"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4"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5"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6"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2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24"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3267273653" sldId="2147483667"/>
              <ac:picMk id="25" creationId="{00000000-0000-0000-0000-000000000000}"/>
            </ac:picMkLst>
          </pc:picChg>
          <pc:picChg chg="mod">
            <ac:chgData name="Tripathi, Rishabh" userId="cfd79da9-aac0-444e-a4e2-aab20ab3edcd" providerId="ADAL" clId="{A5F6616B-1A06-4749-9608-AA319BF17A31}" dt="2023-11-22T18:14:09.454" v="30"/>
            <ac:picMkLst>
              <pc:docMk/>
              <pc:sldMasterMk cId="3521449419" sldId="2147483660"/>
              <pc:sldLayoutMk cId="3267273653" sldId="2147483667"/>
              <ac:picMk id="26"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18981440" sldId="2147483684"/>
          </pc:sldLayoutMkLst>
          <pc:spChg chg="mod">
            <ac:chgData name="Tripathi, Rishabh" userId="cfd79da9-aac0-444e-a4e2-aab20ab3edcd" providerId="ADAL" clId="{A5F6616B-1A06-4749-9608-AA319BF17A31}" dt="2023-11-22T18:14:09.454" v="30"/>
            <ac:spMkLst>
              <pc:docMk/>
              <pc:sldMasterMk cId="3521449419" sldId="2147483660"/>
              <pc:sldLayoutMk cId="18981440" sldId="2147483684"/>
              <ac:spMk id="6"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7"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10" creationId="{00000000-0000-0000-0000-000000000000}"/>
            </ac:spMkLst>
          </pc:spChg>
        </pc:sldLayoutChg>
        <pc:sldLayoutChg chg="modSp">
          <pc:chgData name="Tripathi, Rishabh" userId="cfd79da9-aac0-444e-a4e2-aab20ab3edcd" providerId="ADAL" clId="{A5F6616B-1A06-4749-9608-AA319BF17A31}" dt="2023-11-22T18:14:09.454" v="30"/>
          <pc:sldLayoutMkLst>
            <pc:docMk/>
            <pc:sldMasterMk cId="3521449419" sldId="2147483660"/>
            <pc:sldLayoutMk cId="3367881433" sldId="2147483709"/>
          </pc:sldLayoutMkLst>
          <pc:spChg chg="mod">
            <ac:chgData name="Tripathi, Rishabh" userId="cfd79da9-aac0-444e-a4e2-aab20ab3edcd" providerId="ADAL" clId="{A5F6616B-1A06-4749-9608-AA319BF17A31}" dt="2023-11-22T18:14:09.454" v="30"/>
            <ac:spMkLst>
              <pc:docMk/>
              <pc:sldMasterMk cId="3521449419" sldId="2147483660"/>
              <pc:sldLayoutMk cId="3367881433" sldId="2147483709"/>
              <ac:spMk id="7"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3367881433" sldId="2147483709"/>
              <ac:picMk id="2"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3380677268" sldId="2147483710"/>
          </pc:sldLayoutMkLst>
          <pc:spChg chg="mod">
            <ac:chgData name="Tripathi, Rishabh" userId="cfd79da9-aac0-444e-a4e2-aab20ab3edcd" providerId="ADAL" clId="{A5F6616B-1A06-4749-9608-AA319BF17A31}" dt="2023-11-22T18:14:09.454" v="30"/>
            <ac:spMkLst>
              <pc:docMk/>
              <pc:sldMasterMk cId="3521449419" sldId="2147483660"/>
              <pc:sldLayoutMk cId="3380677268" sldId="2147483710"/>
              <ac:spMk id="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0"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8"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22"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52" creationId="{00000000-0000-0000-0000-000000000000}"/>
            </ac:spMkLst>
          </pc:spChg>
        </pc:sldLayoutChg>
      </pc:sldMasterChg>
    </pc:docChg>
  </pc:docChgLst>
  <pc:docChgLst>
    <pc:chgData name="Tripathi, Rishabh" userId="cfd79da9-aac0-444e-a4e2-aab20ab3edcd" providerId="ADAL" clId="{073F2D91-6EC8-44BA-9202-C15087CC0951}"/>
    <pc:docChg chg="custSel modSld">
      <pc:chgData name="Tripathi, Rishabh" userId="cfd79da9-aac0-444e-a4e2-aab20ab3edcd" providerId="ADAL" clId="{073F2D91-6EC8-44BA-9202-C15087CC0951}" dt="2022-05-10T12:08:14.435" v="390" actId="5793"/>
      <pc:docMkLst>
        <pc:docMk/>
      </pc:docMkLst>
      <pc:sldChg chg="modSp mod">
        <pc:chgData name="Tripathi, Rishabh" userId="cfd79da9-aac0-444e-a4e2-aab20ab3edcd" providerId="ADAL" clId="{073F2D91-6EC8-44BA-9202-C15087CC0951}" dt="2022-05-10T12:08:14.435" v="390" actId="5793"/>
        <pc:sldMkLst>
          <pc:docMk/>
          <pc:sldMk cId="2977925796" sldId="785"/>
        </pc:sldMkLst>
        <pc:spChg chg="mod">
          <ac:chgData name="Tripathi, Rishabh" userId="cfd79da9-aac0-444e-a4e2-aab20ab3edcd" providerId="ADAL" clId="{073F2D91-6EC8-44BA-9202-C15087CC0951}" dt="2022-05-10T12:08:14.435" v="390" actId="5793"/>
          <ac:spMkLst>
            <pc:docMk/>
            <pc:sldMk cId="2977925796" sldId="785"/>
            <ac:spMk id="18" creationId="{00000000-0000-0000-0000-000000000000}"/>
          </ac:spMkLst>
        </pc:spChg>
        <pc:spChg chg="mod">
          <ac:chgData name="Tripathi, Rishabh" userId="cfd79da9-aac0-444e-a4e2-aab20ab3edcd" providerId="ADAL" clId="{073F2D91-6EC8-44BA-9202-C15087CC0951}" dt="2022-05-10T12:02:23.337" v="224" actId="20577"/>
          <ac:spMkLst>
            <pc:docMk/>
            <pc:sldMk cId="2977925796" sldId="785"/>
            <ac:spMk id="19" creationId="{00000000-0000-0000-0000-000000000000}"/>
          </ac:spMkLst>
        </pc:spChg>
        <pc:picChg chg="mod">
          <ac:chgData name="Tripathi, Rishabh" userId="cfd79da9-aac0-444e-a4e2-aab20ab3edcd" providerId="ADAL" clId="{073F2D91-6EC8-44BA-9202-C15087CC0951}" dt="2022-05-10T12:07:54.427" v="387" actId="14100"/>
          <ac:picMkLst>
            <pc:docMk/>
            <pc:sldMk cId="2977925796" sldId="785"/>
            <ac:picMk id="8" creationId="{FD7E4F3C-EB18-4F50-B53A-DA5DB56EE37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982ACC-9C2C-43E6-BDA1-4B43F10D0D7C}" type="datetimeFigureOut">
              <a:rPr lang="en-US" smtClean="0"/>
              <a:pPr/>
              <a:t>11/22/2023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522E86C6-97C6-4628-9053-7D683D5EBD82}" type="slidenum">
              <a:rPr lang="en-US" smtClean="0"/>
              <a:pPr/>
              <a:t>‹#›</a:t>
            </a:fld>
            <a:endParaRPr lang="en-US" dirty="0"/>
          </a:p>
        </p:txBody>
      </p:sp>
    </p:spTree>
    <p:extLst>
      <p:ext uri="{BB962C8B-B14F-4D97-AF65-F5344CB8AC3E}">
        <p14:creationId xmlns:p14="http://schemas.microsoft.com/office/powerpoint/2010/main" val="2901142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BFA16D-6B25-4E0C-ABC3-2B431EF290A3}" type="slidenum">
              <a:rPr lang="en-US" smtClean="0"/>
              <a:t>1</a:t>
            </a:fld>
            <a:endParaRPr lang="en-US" dirty="0"/>
          </a:p>
        </p:txBody>
      </p:sp>
    </p:spTree>
    <p:extLst>
      <p:ext uri="{BB962C8B-B14F-4D97-AF65-F5344CB8AC3E}">
        <p14:creationId xmlns:p14="http://schemas.microsoft.com/office/powerpoint/2010/main" val="775148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sp>
        <p:nvSpPr>
          <p:cNvPr id="9" name="object 3"/>
          <p:cNvSpPr/>
          <p:nvPr userDrawn="1"/>
        </p:nvSpPr>
        <p:spPr>
          <a:xfrm>
            <a:off x="0" y="0"/>
            <a:ext cx="12192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defTabSz="457206"/>
            <a:endParaRPr sz="1801" dirty="0">
              <a:solidFill>
                <a:schemeClr val="lt1"/>
              </a:solidFill>
              <a:latin typeface="KPMG Extralight" panose="020B0303030202040204" pitchFamily="34" charset="0"/>
              <a:cs typeface="KPMG Light"/>
            </a:endParaRPr>
          </a:p>
        </p:txBody>
      </p:sp>
      <p:sp>
        <p:nvSpPr>
          <p:cNvPr id="10" name="object 3"/>
          <p:cNvSpPr/>
          <p:nvPr userDrawn="1"/>
        </p:nvSpPr>
        <p:spPr>
          <a:xfrm>
            <a:off x="1219200" y="0"/>
            <a:ext cx="109728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defTabSz="457206"/>
            <a:endParaRPr sz="1801" dirty="0">
              <a:solidFill>
                <a:schemeClr val="lt1"/>
              </a:solidFill>
              <a:latin typeface="KPMG Extralight" panose="020B0303030202040204" pitchFamily="34" charset="0"/>
              <a:cs typeface="KPMG Light"/>
            </a:endParaRPr>
          </a:p>
        </p:txBody>
      </p:sp>
      <p:sp>
        <p:nvSpPr>
          <p:cNvPr id="18" name="Text Placeholder 6"/>
          <p:cNvSpPr>
            <a:spLocks noGrp="1"/>
          </p:cNvSpPr>
          <p:nvPr>
            <p:ph type="body" sz="quarter" idx="11" hasCustomPrompt="1"/>
          </p:nvPr>
        </p:nvSpPr>
        <p:spPr>
          <a:xfrm>
            <a:off x="838202" y="3535216"/>
            <a:ext cx="5313136" cy="672353"/>
          </a:xfrm>
          <a:prstGeom prst="rect">
            <a:avLst/>
          </a:prstGeom>
        </p:spPr>
        <p:txBody>
          <a:bodyPr vert="horz" lIns="0" tIns="0" rIns="0" bIns="0"/>
          <a:lstStyle>
            <a:lvl1pPr marL="0" indent="0">
              <a:spcBef>
                <a:spcPts val="279"/>
              </a:spcBef>
              <a:spcAft>
                <a:spcPts val="0"/>
              </a:spcAft>
              <a:buNone/>
              <a:defRPr sz="1600"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Subtitle here</a:t>
            </a:r>
          </a:p>
        </p:txBody>
      </p:sp>
      <p:sp>
        <p:nvSpPr>
          <p:cNvPr id="19" name="Text Placeholder 6"/>
          <p:cNvSpPr>
            <a:spLocks noGrp="1"/>
          </p:cNvSpPr>
          <p:nvPr>
            <p:ph type="body" sz="quarter" idx="13" hasCustomPrompt="1"/>
          </p:nvPr>
        </p:nvSpPr>
        <p:spPr>
          <a:xfrm>
            <a:off x="838202" y="5508480"/>
            <a:ext cx="5313136" cy="134031"/>
          </a:xfrm>
          <a:prstGeom prst="rect">
            <a:avLst/>
          </a:prstGeom>
        </p:spPr>
        <p:txBody>
          <a:bodyPr vert="horz" lIns="0" tIns="0" rIns="0" bIns="0"/>
          <a:lstStyle>
            <a:lvl1pPr marL="0" indent="0">
              <a:spcBef>
                <a:spcPts val="279"/>
              </a:spcBef>
              <a:spcAft>
                <a:spcPts val="0"/>
              </a:spcAft>
              <a:buNone/>
              <a:defRPr sz="1100"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Presenter Name</a:t>
            </a:r>
          </a:p>
        </p:txBody>
      </p:sp>
      <p:sp>
        <p:nvSpPr>
          <p:cNvPr id="22" name="Title 13"/>
          <p:cNvSpPr>
            <a:spLocks noGrp="1"/>
          </p:cNvSpPr>
          <p:nvPr>
            <p:ph type="title" hasCustomPrompt="1"/>
          </p:nvPr>
        </p:nvSpPr>
        <p:spPr>
          <a:xfrm>
            <a:off x="838201" y="1455426"/>
            <a:ext cx="9850663" cy="1867673"/>
          </a:xfrm>
          <a:prstGeom prst="rect">
            <a:avLst/>
          </a:prstGeom>
        </p:spPr>
        <p:txBody>
          <a:bodyPr lIns="0" tIns="0" rIns="0" bIns="0"/>
          <a:lstStyle>
            <a:lvl1pPr algn="l" defTabSz="914411" rtl="0" eaLnBrk="1" latinLnBrk="0" hangingPunct="1">
              <a:lnSpc>
                <a:spcPct val="70000"/>
              </a:lnSpc>
              <a:spcBef>
                <a:spcPct val="0"/>
              </a:spcBef>
              <a:buNone/>
              <a:defRPr lang="en-US" sz="8400" b="0" kern="1200" baseline="0" dirty="0">
                <a:solidFill>
                  <a:srgbClr val="00338D"/>
                </a:solidFill>
                <a:latin typeface="KPMG Extralight" panose="020B0303030202040204" pitchFamily="34" charset="0"/>
                <a:ea typeface="+mj-ea"/>
                <a:cs typeface="+mj-cs"/>
              </a:defRPr>
            </a:lvl1pPr>
          </a:lstStyle>
          <a:p>
            <a:r>
              <a:rPr lang="en-US" dirty="0"/>
              <a:t>Click to Cover slide sentence case 84pt</a:t>
            </a:r>
          </a:p>
        </p:txBody>
      </p:sp>
      <p:sp>
        <p:nvSpPr>
          <p:cNvPr id="52" name="Text Placeholder 6"/>
          <p:cNvSpPr>
            <a:spLocks noGrp="1"/>
          </p:cNvSpPr>
          <p:nvPr>
            <p:ph type="body" sz="quarter" idx="14" hasCustomPrompt="1"/>
          </p:nvPr>
        </p:nvSpPr>
        <p:spPr>
          <a:xfrm>
            <a:off x="838202" y="5960344"/>
            <a:ext cx="5313136" cy="134031"/>
          </a:xfrm>
          <a:prstGeom prst="rect">
            <a:avLst/>
          </a:prstGeom>
        </p:spPr>
        <p:txBody>
          <a:bodyPr vert="horz" lIns="0" tIns="0" rIns="0" bIns="0"/>
          <a:lstStyle>
            <a:lvl1pPr marL="0" indent="0">
              <a:spcBef>
                <a:spcPts val="279"/>
              </a:spcBef>
              <a:spcAft>
                <a:spcPts val="0"/>
              </a:spcAft>
              <a:buNone/>
              <a:defRPr sz="1100"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Date</a:t>
            </a:r>
          </a:p>
        </p:txBody>
      </p:sp>
    </p:spTree>
    <p:extLst>
      <p:ext uri="{BB962C8B-B14F-4D97-AF65-F5344CB8AC3E}">
        <p14:creationId xmlns:p14="http://schemas.microsoft.com/office/powerpoint/2010/main" val="33806772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6 - No image">
    <p:bg>
      <p:bgPr>
        <a:solidFill>
          <a:schemeClr val="accent1"/>
        </a:solidFill>
        <a:effectLst/>
      </p:bgPr>
    </p:bg>
    <p:spTree>
      <p:nvGrpSpPr>
        <p:cNvPr id="1" name=""/>
        <p:cNvGrpSpPr/>
        <p:nvPr/>
      </p:nvGrpSpPr>
      <p:grpSpPr>
        <a:xfrm>
          <a:off x="0" y="0"/>
          <a:ext cx="0" cy="0"/>
          <a:chOff x="0" y="0"/>
          <a:chExt cx="0" cy="0"/>
        </a:xfrm>
      </p:grpSpPr>
      <p:sp>
        <p:nvSpPr>
          <p:cNvPr id="7" name="object 3"/>
          <p:cNvSpPr/>
          <p:nvPr userDrawn="1"/>
        </p:nvSpPr>
        <p:spPr>
          <a:xfrm>
            <a:off x="0" y="1"/>
            <a:ext cx="12192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801" dirty="0">
              <a:latin typeface="Arial" panose="020B0604020202020204" pitchFamily="34" charset="0"/>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12192000" cy="6857999"/>
          </a:xfrm>
          <a:prstGeom prst="rect">
            <a:avLst/>
          </a:prstGeom>
        </p:spPr>
      </p:pic>
    </p:spTree>
    <p:extLst>
      <p:ext uri="{BB962C8B-B14F-4D97-AF65-F5344CB8AC3E}">
        <p14:creationId xmlns:p14="http://schemas.microsoft.com/office/powerpoint/2010/main" val="3367881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53249" b="15178"/>
          <a:stretch/>
        </p:blipFill>
        <p:spPr>
          <a:xfrm flipH="1">
            <a:off x="0" y="2"/>
            <a:ext cx="12192000" cy="1036319"/>
          </a:xfrm>
          <a:prstGeom prst="rect">
            <a:avLst/>
          </a:prstGeom>
        </p:spPr>
      </p:pic>
      <p:sp>
        <p:nvSpPr>
          <p:cNvPr id="40" name="Freeform 19"/>
          <p:cNvSpPr>
            <a:spLocks noEditPoints="1"/>
          </p:cNvSpPr>
          <p:nvPr userDrawn="1"/>
        </p:nvSpPr>
        <p:spPr bwMode="auto">
          <a:xfrm>
            <a:off x="428263" y="6472276"/>
            <a:ext cx="484028"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prstTxWarp prst="textNoShape">
              <a:avLst/>
            </a:prstTxWarp>
          </a:bodyPr>
          <a:lstStyle/>
          <a:p>
            <a:endParaRPr lang="en-GB" sz="1801" dirty="0"/>
          </a:p>
        </p:txBody>
      </p:sp>
      <p:sp>
        <p:nvSpPr>
          <p:cNvPr id="4" name="Rectangle 3"/>
          <p:cNvSpPr/>
          <p:nvPr userDrawn="1"/>
        </p:nvSpPr>
        <p:spPr>
          <a:xfrm>
            <a:off x="0" y="2"/>
            <a:ext cx="12192000" cy="1036319"/>
          </a:xfrm>
          <a:prstGeom prst="rect">
            <a:avLst/>
          </a:prstGeom>
          <a:solidFill>
            <a:schemeClr val="accent3">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3" name="Title 2"/>
          <p:cNvSpPr>
            <a:spLocks noGrp="1"/>
          </p:cNvSpPr>
          <p:nvPr>
            <p:ph type="title"/>
          </p:nvPr>
        </p:nvSpPr>
        <p:spPr>
          <a:xfrm>
            <a:off x="428263" y="251460"/>
            <a:ext cx="10765337" cy="533400"/>
          </a:xfrm>
        </p:spPr>
        <p:txBody>
          <a:bodyPr anchor="ctr"/>
          <a:lstStyle>
            <a:lvl1pPr algn="l">
              <a:defRPr sz="440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086707192"/>
      </p:ext>
    </p:extLst>
  </p:cSld>
  <p:clrMapOvr>
    <a:masterClrMapping/>
  </p:clrMapOvr>
  <p:extLst>
    <p:ext uri="{DCECCB84-F9BA-43D5-87BE-67443E8EF086}">
      <p15:sldGuideLst xmlns:p15="http://schemas.microsoft.com/office/powerpoint/2012/main">
        <p15:guide id="1" orient="horz" pos="168" userDrawn="1">
          <p15:clr>
            <a:srgbClr val="FBAE40"/>
          </p15:clr>
        </p15:guide>
        <p15:guide id="2" orient="horz" pos="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4" y="1435300"/>
            <a:ext cx="8489950" cy="3510000"/>
          </a:xfrm>
        </p:spPr>
        <p:txBody>
          <a:bodyPr anchor="t" anchorCtr="0"/>
          <a:lstStyle>
            <a:lvl1pPr algn="l">
              <a:defRPr sz="11001"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516052"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prstTxWarp prst="textNoShape">
              <a:avLst/>
            </a:prstTxWarp>
          </a:bodyPr>
          <a:lstStyle/>
          <a:p>
            <a:endParaRPr lang="en-GB" sz="1801" dirty="0"/>
          </a:p>
        </p:txBody>
      </p:sp>
      <p:sp>
        <p:nvSpPr>
          <p:cNvPr id="10" name="object 3"/>
          <p:cNvSpPr/>
          <p:nvPr userDrawn="1"/>
        </p:nvSpPr>
        <p:spPr>
          <a:xfrm>
            <a:off x="0" y="1"/>
            <a:ext cx="13252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1" dirty="0">
              <a:latin typeface="Arial" panose="020B0604020202020204" pitchFamily="34" charset="0"/>
            </a:endParaRPr>
          </a:p>
        </p:txBody>
      </p:sp>
      <p:sp>
        <p:nvSpPr>
          <p:cNvPr id="6" name="Text Placeholder 3"/>
          <p:cNvSpPr>
            <a:spLocks noGrp="1"/>
          </p:cNvSpPr>
          <p:nvPr>
            <p:ph type="body" sz="quarter" idx="11"/>
          </p:nvPr>
        </p:nvSpPr>
        <p:spPr>
          <a:xfrm>
            <a:off x="2749463"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981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10" name="object 3"/>
          <p:cNvSpPr/>
          <p:nvPr userDrawn="1"/>
        </p:nvSpPr>
        <p:spPr>
          <a:xfrm>
            <a:off x="1" y="1"/>
            <a:ext cx="158773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1" dirty="0">
              <a:latin typeface="Arial" panose="020B0604020202020204" pitchFamily="34" charset="0"/>
            </a:endParaRPr>
          </a:p>
        </p:txBody>
      </p:sp>
      <p:sp>
        <p:nvSpPr>
          <p:cNvPr id="16"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prstTxWarp prst="textNoShape">
              <a:avLst/>
            </a:prstTxWarp>
          </a:bodyPr>
          <a:lstStyle/>
          <a:p>
            <a:endParaRPr lang="en-GB" sz="1801" dirty="0"/>
          </a:p>
        </p:txBody>
      </p:sp>
      <p:sp>
        <p:nvSpPr>
          <p:cNvPr id="13" name="Text Placeholder 2"/>
          <p:cNvSpPr>
            <a:spLocks noGrp="1"/>
          </p:cNvSpPr>
          <p:nvPr>
            <p:ph type="body" sz="quarter" idx="11"/>
          </p:nvPr>
        </p:nvSpPr>
        <p:spPr>
          <a:xfrm>
            <a:off x="2729163" y="4771394"/>
            <a:ext cx="7851751" cy="643342"/>
          </a:xfrm>
        </p:spPr>
        <p:txBody>
          <a:bodyPr/>
          <a:lstStyle>
            <a:lvl1pPr>
              <a:buFontTx/>
              <a:buNone/>
              <a:defRPr sz="1100" b="0">
                <a:solidFill>
                  <a:schemeClr val="bg1">
                    <a:lumMod val="65000"/>
                  </a:schemeClr>
                </a:solidFill>
              </a:defRPr>
            </a:lvl1pPr>
            <a:lvl2pPr>
              <a:buFontTx/>
              <a:buNone/>
              <a:defRPr sz="1100" b="0">
                <a:solidFill>
                  <a:schemeClr val="bg1">
                    <a:lumMod val="65000"/>
                  </a:schemeClr>
                </a:solidFill>
              </a:defRPr>
            </a:lvl2pPr>
            <a:lvl3pPr marL="0" indent="0">
              <a:buFontTx/>
              <a:buNone/>
              <a:defRPr sz="900" b="0">
                <a:solidFill>
                  <a:schemeClr val="bg1">
                    <a:lumMod val="65000"/>
                  </a:schemeClr>
                </a:solidFill>
              </a:defRPr>
            </a:lvl3pPr>
            <a:lvl4pPr marL="345604" indent="0">
              <a:buFontTx/>
              <a:buNone/>
              <a:defRPr sz="900" b="0">
                <a:solidFill>
                  <a:schemeClr val="bg1">
                    <a:lumMod val="65000"/>
                  </a:schemeClr>
                </a:solidFill>
              </a:defRPr>
            </a:lvl4pPr>
            <a:lvl5pPr marL="540007" indent="0">
              <a:buFontTx/>
              <a:buNone/>
              <a:defRPr sz="900" b="0">
                <a:solidFill>
                  <a:schemeClr val="bg1">
                    <a:lumMod val="65000"/>
                  </a:schemeClr>
                </a:solidFill>
              </a:defRPr>
            </a:lvl5pPr>
          </a:lstStyle>
          <a:p>
            <a:pPr lvl="0"/>
            <a:r>
              <a:rPr lang="en-US"/>
              <a:t>Click to edit Master text styles</a:t>
            </a:r>
          </a:p>
          <a:p>
            <a:pPr lvl="1"/>
            <a:r>
              <a:rPr lang="en-US"/>
              <a:t>Second level</a:t>
            </a:r>
          </a:p>
        </p:txBody>
      </p:sp>
      <p:sp>
        <p:nvSpPr>
          <p:cNvPr id="14" name="Text Placeholder 2"/>
          <p:cNvSpPr>
            <a:spLocks noGrp="1"/>
          </p:cNvSpPr>
          <p:nvPr>
            <p:ph type="body" sz="quarter" idx="12"/>
          </p:nvPr>
        </p:nvSpPr>
        <p:spPr>
          <a:xfrm>
            <a:off x="2729163" y="5711031"/>
            <a:ext cx="7851751" cy="169277"/>
          </a:xfrm>
        </p:spPr>
        <p:txBody>
          <a:bodyPr>
            <a:noAutofit/>
          </a:bodyPr>
          <a:lstStyle>
            <a:lvl1pPr>
              <a:buFontTx/>
              <a:buNone/>
              <a:defRPr sz="11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4" indent="0">
              <a:buFontTx/>
              <a:buNone/>
              <a:defRPr sz="900" b="0">
                <a:solidFill>
                  <a:schemeClr val="bg1">
                    <a:lumMod val="65000"/>
                  </a:schemeClr>
                </a:solidFill>
              </a:defRPr>
            </a:lvl4pPr>
            <a:lvl5pPr marL="540007" indent="0">
              <a:buFontTx/>
              <a:buNone/>
              <a:defRPr sz="900" b="0">
                <a:solidFill>
                  <a:schemeClr val="bg1">
                    <a:lumMod val="65000"/>
                  </a:schemeClr>
                </a:solidFill>
              </a:defRPr>
            </a:lvl5pPr>
          </a:lstStyle>
          <a:p>
            <a:pPr lvl="0"/>
            <a:r>
              <a:rPr lang="en-US"/>
              <a:t>Click to edit Master text styles</a:t>
            </a:r>
          </a:p>
        </p:txBody>
      </p:sp>
      <p:sp>
        <p:nvSpPr>
          <p:cNvPr id="15" name="Text Placeholder 2"/>
          <p:cNvSpPr>
            <a:spLocks noGrp="1"/>
          </p:cNvSpPr>
          <p:nvPr>
            <p:ph type="body" sz="quarter" idx="13"/>
          </p:nvPr>
        </p:nvSpPr>
        <p:spPr>
          <a:xfrm>
            <a:off x="2729163" y="3831758"/>
            <a:ext cx="7851751" cy="643342"/>
          </a:xfrm>
        </p:spPr>
        <p:txBody>
          <a:bodyPr/>
          <a:lstStyle>
            <a:lvl1pPr>
              <a:buFontTx/>
              <a:buNone/>
              <a:defRPr sz="1100" b="0">
                <a:solidFill>
                  <a:schemeClr val="bg1">
                    <a:lumMod val="65000"/>
                  </a:schemeClr>
                </a:solidFill>
              </a:defRPr>
            </a:lvl1pPr>
            <a:lvl2pPr>
              <a:buFontTx/>
              <a:buNone/>
              <a:defRPr sz="1100" b="0">
                <a:solidFill>
                  <a:schemeClr val="bg1">
                    <a:lumMod val="65000"/>
                  </a:schemeClr>
                </a:solidFill>
              </a:defRPr>
            </a:lvl2pPr>
            <a:lvl3pPr marL="0" indent="0">
              <a:buFontTx/>
              <a:buNone/>
              <a:defRPr sz="900" b="0">
                <a:solidFill>
                  <a:schemeClr val="bg1">
                    <a:lumMod val="65000"/>
                  </a:schemeClr>
                </a:solidFill>
              </a:defRPr>
            </a:lvl3pPr>
            <a:lvl4pPr marL="345604" indent="0">
              <a:buFontTx/>
              <a:buNone/>
              <a:defRPr sz="900" b="0">
                <a:solidFill>
                  <a:schemeClr val="bg1">
                    <a:lumMod val="65000"/>
                  </a:schemeClr>
                </a:solidFill>
              </a:defRPr>
            </a:lvl4pPr>
            <a:lvl5pPr marL="540007" indent="0">
              <a:buFontTx/>
              <a:buNone/>
              <a:defRPr sz="900" b="0">
                <a:solidFill>
                  <a:schemeClr val="bg1">
                    <a:lumMod val="65000"/>
                  </a:schemeClr>
                </a:solidFill>
              </a:defRPr>
            </a:lvl5pPr>
          </a:lstStyle>
          <a:p>
            <a:pPr lvl="0"/>
            <a:r>
              <a:rPr lang="en-US"/>
              <a:t>Click to edit Master text styles</a:t>
            </a:r>
          </a:p>
          <a:p>
            <a:pPr lvl="1"/>
            <a:r>
              <a:rPr lang="en-US"/>
              <a:t>Second level</a:t>
            </a:r>
          </a:p>
        </p:txBody>
      </p:sp>
      <p:sp>
        <p:nvSpPr>
          <p:cNvPr id="23" name="Text Placeholder 2"/>
          <p:cNvSpPr>
            <a:spLocks noGrp="1"/>
          </p:cNvSpPr>
          <p:nvPr>
            <p:ph type="body" sz="quarter" idx="14"/>
          </p:nvPr>
        </p:nvSpPr>
        <p:spPr>
          <a:xfrm>
            <a:off x="2729163" y="3480007"/>
            <a:ext cx="2411739" cy="119064"/>
          </a:xfrm>
        </p:spPr>
        <p:txBody>
          <a:bodyPr/>
          <a:lstStyle>
            <a:lvl1pPr>
              <a:buFontTx/>
              <a:buNone/>
              <a:defRPr sz="12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4" indent="0">
              <a:buFontTx/>
              <a:buNone/>
              <a:defRPr sz="900" b="0">
                <a:solidFill>
                  <a:schemeClr val="bg1">
                    <a:lumMod val="65000"/>
                  </a:schemeClr>
                </a:solidFill>
              </a:defRPr>
            </a:lvl4pPr>
            <a:lvl5pPr marL="540007" indent="0">
              <a:buFontTx/>
              <a:buNone/>
              <a:defRPr sz="900" b="0">
                <a:solidFill>
                  <a:schemeClr val="bg1">
                    <a:lumMod val="65000"/>
                  </a:schemeClr>
                </a:solidFill>
              </a:defRPr>
            </a:lvl5pPr>
          </a:lstStyle>
          <a:p>
            <a:pPr lvl="0"/>
            <a:r>
              <a:rPr lang="en-US"/>
              <a:t>Click to edit Master text styles</a:t>
            </a:r>
          </a:p>
        </p:txBody>
      </p:sp>
      <p:sp>
        <p:nvSpPr>
          <p:cNvPr id="24" name="Text Placeholder 2"/>
          <p:cNvSpPr>
            <a:spLocks noGrp="1"/>
          </p:cNvSpPr>
          <p:nvPr>
            <p:ph type="body" sz="quarter" idx="15"/>
          </p:nvPr>
        </p:nvSpPr>
        <p:spPr>
          <a:xfrm>
            <a:off x="5920502" y="3480007"/>
            <a:ext cx="2361268" cy="119064"/>
          </a:xfrm>
        </p:spPr>
        <p:txBody>
          <a:bodyPr/>
          <a:lstStyle>
            <a:lvl1pPr>
              <a:buFontTx/>
              <a:buNone/>
              <a:defRPr sz="12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4" indent="0">
              <a:buFontTx/>
              <a:buNone/>
              <a:defRPr sz="900" b="0">
                <a:solidFill>
                  <a:schemeClr val="bg1">
                    <a:lumMod val="65000"/>
                  </a:schemeClr>
                </a:solidFill>
              </a:defRPr>
            </a:lvl4pPr>
            <a:lvl5pPr marL="540007" indent="0">
              <a:buFontTx/>
              <a:buNone/>
              <a:defRPr sz="900" b="0">
                <a:solidFill>
                  <a:schemeClr val="bg1">
                    <a:lumMod val="65000"/>
                  </a:schemeClr>
                </a:solidFill>
              </a:defRPr>
            </a:lvl5pPr>
          </a:lstStyle>
          <a:p>
            <a:pPr lvl="0"/>
            <a:r>
              <a:rPr lang="en-US"/>
              <a:t>Click to edit Master text styles</a:t>
            </a:r>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20502" y="2974451"/>
            <a:ext cx="1325883" cy="381001"/>
          </a:xfrm>
          <a:prstGeom prst="rect">
            <a:avLst/>
          </a:prstGeom>
        </p:spPr>
      </p:pic>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29164" y="2974451"/>
            <a:ext cx="2523749" cy="384049"/>
          </a:xfrm>
          <a:prstGeom prst="rect">
            <a:avLst/>
          </a:prstGeom>
        </p:spPr>
      </p:pic>
      <p:sp>
        <p:nvSpPr>
          <p:cNvPr id="11" name="TextBox 10"/>
          <p:cNvSpPr txBox="1"/>
          <p:nvPr userDrawn="1"/>
        </p:nvSpPr>
        <p:spPr>
          <a:xfrm>
            <a:off x="2594343" y="6637578"/>
            <a:ext cx="6953692" cy="135362"/>
          </a:xfrm>
          <a:prstGeom prst="rect">
            <a:avLst/>
          </a:prstGeom>
          <a:noFill/>
        </p:spPr>
        <p:txBody>
          <a:bodyPr wrap="square" lIns="0" tIns="0" rIns="0" bIns="0" rtlCol="0">
            <a:noAutofit/>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GB" sz="601" b="1" kern="1200" noProof="0" dirty="0">
                <a:solidFill>
                  <a:schemeClr val="tx1"/>
                </a:solidFill>
                <a:latin typeface="+mn-lt"/>
                <a:ea typeface="+mn-ea"/>
                <a:cs typeface="+mn-cs"/>
              </a:rPr>
              <a:t>Document Classification: KPMG Confidential</a:t>
            </a:r>
          </a:p>
        </p:txBody>
      </p:sp>
    </p:spTree>
    <p:extLst>
      <p:ext uri="{BB962C8B-B14F-4D97-AF65-F5344CB8AC3E}">
        <p14:creationId xmlns:p14="http://schemas.microsoft.com/office/powerpoint/2010/main" val="32672736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3" y="1331360"/>
            <a:ext cx="10194469" cy="454556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Shape 8"/>
          <p:cNvSpPr txBox="1">
            <a:spLocks/>
          </p:cNvSpPr>
          <p:nvPr userDrawn="1"/>
        </p:nvSpPr>
        <p:spPr>
          <a:xfrm>
            <a:off x="10739439" y="647227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1" smtClean="0">
                <a:solidFill>
                  <a:schemeClr val="tx2"/>
                </a:solidFill>
                <a:latin typeface="+mn-lt"/>
                <a:ea typeface="Arial"/>
                <a:cs typeface="Arial" panose="020B0604020202020204" pitchFamily="34" charset="0"/>
              </a:rPr>
              <a:pPr algn="r"/>
              <a:t>‹#›</a:t>
            </a:fld>
            <a:endParaRPr lang="en-US" sz="1001" dirty="0">
              <a:solidFill>
                <a:schemeClr val="tx2"/>
              </a:solidFill>
              <a:latin typeface="+mn-lt"/>
              <a:ea typeface="Arial"/>
              <a:cs typeface="Arial" panose="020B0604020202020204" pitchFamily="34" charset="0"/>
            </a:endParaRPr>
          </a:p>
        </p:txBody>
      </p:sp>
      <p:sp>
        <p:nvSpPr>
          <p:cNvPr id="30" name="TextBox 29"/>
          <p:cNvSpPr txBox="1"/>
          <p:nvPr userDrawn="1">
            <p:custDataLst>
              <p:tags r:id="rId7"/>
            </p:custDataLst>
          </p:nvPr>
        </p:nvSpPr>
        <p:spPr>
          <a:xfrm>
            <a:off x="2234933" y="6602901"/>
            <a:ext cx="7756800" cy="370800"/>
          </a:xfrm>
          <a:prstGeom prst="rect">
            <a:avLst/>
          </a:prstGeom>
          <a:noFill/>
        </p:spPr>
        <p:txBody>
          <a:bodyPr wrap="square" lIns="0" tIns="0" rIns="0" bIns="0" rtlCol="0">
            <a:noAutofit/>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601" kern="1200" noProof="0" dirty="0">
                <a:solidFill>
                  <a:schemeClr val="bg1">
                    <a:lumMod val="65000"/>
                  </a:schemeClr>
                </a:solidFill>
                <a:latin typeface="+mn-lt"/>
                <a:ea typeface="+mn-ea"/>
                <a:cs typeface="+mn-cs"/>
              </a:rPr>
              <a:t>© 2020 KPMG Assurance and Consulting Services LLP, an Indian Limited Liability Partnership and a member firm of the KPMG network of independent member firms affiliated with KPMG International Cooperative ("KPMG International"), a Swiss entity. All rights reserved.</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10" r:id="rId1"/>
    <p:sldLayoutId id="2147483709" r:id="rId2"/>
    <p:sldLayoutId id="2147483666" r:id="rId3"/>
    <p:sldLayoutId id="2147483684" r:id="rId4"/>
    <p:sldLayoutId id="2147483667" r:id="rId5"/>
  </p:sldLayoutIdLst>
  <p:txStyles>
    <p:titleStyle>
      <a:lvl1pPr algn="l" defTabSz="914411" rtl="0" eaLnBrk="1" latinLnBrk="0" hangingPunct="1">
        <a:lnSpc>
          <a:spcPct val="70000"/>
        </a:lnSpc>
        <a:spcBef>
          <a:spcPct val="0"/>
        </a:spcBef>
        <a:buNone/>
        <a:defRPr sz="5401" kern="1200">
          <a:solidFill>
            <a:schemeClr val="tx2"/>
          </a:solidFill>
          <a:latin typeface="+mj-lt"/>
          <a:ea typeface="+mj-ea"/>
          <a:cs typeface="+mj-cs"/>
        </a:defRPr>
      </a:lvl1pPr>
    </p:titleStyle>
    <p:bodyStyle>
      <a:lvl1pPr marL="0" indent="0" algn="l" defTabSz="914411" rtl="0" eaLnBrk="1" latinLnBrk="0" hangingPunct="1">
        <a:lnSpc>
          <a:spcPct val="100000"/>
        </a:lnSpc>
        <a:spcBef>
          <a:spcPts val="0"/>
        </a:spcBef>
        <a:spcAft>
          <a:spcPts val="601"/>
        </a:spcAft>
        <a:buFontTx/>
        <a:buNone/>
        <a:defRPr sz="1500" b="1" kern="1200">
          <a:solidFill>
            <a:schemeClr val="tx2"/>
          </a:solidFill>
          <a:latin typeface="+mn-lt"/>
          <a:ea typeface="+mn-ea"/>
          <a:cs typeface="+mn-cs"/>
        </a:defRPr>
      </a:lvl1pPr>
      <a:lvl2pPr marL="0" indent="0" algn="l" defTabSz="914411" rtl="0" eaLnBrk="1" latinLnBrk="0" hangingPunct="1">
        <a:lnSpc>
          <a:spcPct val="100000"/>
        </a:lnSpc>
        <a:spcBef>
          <a:spcPts val="0"/>
        </a:spcBef>
        <a:spcAft>
          <a:spcPts val="601"/>
        </a:spcAft>
        <a:buFontTx/>
        <a:buNone/>
        <a:defRPr sz="1500" kern="1200">
          <a:solidFill>
            <a:schemeClr val="tx2"/>
          </a:solidFill>
          <a:latin typeface="+mn-lt"/>
          <a:ea typeface="+mn-ea"/>
          <a:cs typeface="+mn-cs"/>
        </a:defRPr>
      </a:lvl2pPr>
      <a:lvl3pPr marL="284404" indent="-284404" algn="l" defTabSz="914411"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3pPr>
      <a:lvl4pPr marL="576007" indent="-230403" algn="l" defTabSz="914411"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4pPr>
      <a:lvl5pPr marL="824410" indent="-284404" algn="l" defTabSz="914411" rtl="0" eaLnBrk="1" latinLnBrk="0" hangingPunct="1">
        <a:lnSpc>
          <a:spcPct val="100000"/>
        </a:lnSpc>
        <a:spcBef>
          <a:spcPts val="0"/>
        </a:spcBef>
        <a:spcAft>
          <a:spcPts val="601"/>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14" indent="-230403" algn="l" defTabSz="914411"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6pPr>
      <a:lvl7pPr marL="1371617" indent="-284404" algn="l" defTabSz="914411"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7pPr>
      <a:lvl8pPr marL="1645221" indent="-228604" algn="l" defTabSz="914411"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8" userDrawn="1">
          <p15:clr>
            <a:srgbClr val="F26B43"/>
          </p15:clr>
        </p15:guide>
        <p15:guide id="3" pos="7054" userDrawn="1">
          <p15:clr>
            <a:srgbClr val="F26B43"/>
          </p15:clr>
        </p15:guide>
        <p15:guide id="4" orient="horz" pos="83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rahulsaxena3@kpmg.com"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6">
            <a:extLst>
              <a:ext uri="{FF2B5EF4-FFF2-40B4-BE49-F238E27FC236}">
                <a16:creationId xmlns:a16="http://schemas.microsoft.com/office/drawing/2014/main" id="{C8A82FA1-A640-6E7F-83D2-83BB764AE830}"/>
              </a:ext>
            </a:extLst>
          </p:cNvPr>
          <p:cNvSpPr>
            <a:spLocks noChangeShapeType="1"/>
          </p:cNvSpPr>
          <p:nvPr/>
        </p:nvSpPr>
        <p:spPr bwMode="auto">
          <a:xfrm flipH="1">
            <a:off x="2375214" y="1126126"/>
            <a:ext cx="0" cy="5239164"/>
          </a:xfrm>
          <a:prstGeom prst="line">
            <a:avLst/>
          </a:prstGeom>
          <a:noFill/>
          <a:ln w="6350">
            <a:solidFill>
              <a:srgbClr val="A4C0DC"/>
            </a:solidFill>
            <a:round/>
            <a:headEnd/>
            <a:tailEnd/>
          </a:ln>
        </p:spPr>
        <p:txBody>
          <a:bodyPr anchor="ctr"/>
          <a:lstStyle/>
          <a:p>
            <a:pPr fontAlgn="base">
              <a:spcBef>
                <a:spcPct val="0"/>
              </a:spcBef>
              <a:spcAft>
                <a:spcPct val="0"/>
              </a:spcAft>
            </a:pPr>
            <a:endParaRPr lang="en-US" sz="900" dirty="0">
              <a:solidFill>
                <a:srgbClr val="000000"/>
              </a:solidFill>
              <a:latin typeface="Univers for KPMG" panose="020B0603020202020204" pitchFamily="34" charset="0"/>
              <a:cs typeface="Calibri" pitchFamily="34" charset="0"/>
            </a:endParaRPr>
          </a:p>
        </p:txBody>
      </p:sp>
      <p:sp>
        <p:nvSpPr>
          <p:cNvPr id="6" name="Rectangle 4">
            <a:extLst>
              <a:ext uri="{FF2B5EF4-FFF2-40B4-BE49-F238E27FC236}">
                <a16:creationId xmlns:a16="http://schemas.microsoft.com/office/drawing/2014/main" id="{F108E6DE-D731-EED2-F76C-32D5A2DB65DB}"/>
              </a:ext>
            </a:extLst>
          </p:cNvPr>
          <p:cNvSpPr txBox="1">
            <a:spLocks noChangeArrowheads="1"/>
          </p:cNvSpPr>
          <p:nvPr/>
        </p:nvSpPr>
        <p:spPr bwMode="gray">
          <a:xfrm>
            <a:off x="2482639" y="1107030"/>
            <a:ext cx="9592713" cy="5487847"/>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buFont typeface="Arial" pitchFamily="34" charset="0"/>
              <a:buNone/>
              <a:defRPr lang="en-US" sz="1000" b="1" kern="1200" noProof="0" dirty="0" smtClean="0">
                <a:solidFill>
                  <a:srgbClr val="00338D"/>
                </a:solidFill>
                <a:latin typeface="Arial"/>
                <a:ea typeface="+mn-ea"/>
                <a:cs typeface="Arial" pitchFamily="34" charset="0"/>
              </a:defRPr>
            </a:lvl1pPr>
            <a:lvl2pPr marL="0" indent="0" algn="l" defTabSz="914400" rtl="0" eaLnBrk="1" latinLnBrk="0" hangingPunct="1">
              <a:lnSpc>
                <a:spcPct val="100000"/>
              </a:lnSpc>
              <a:spcBef>
                <a:spcPts val="600"/>
              </a:spcBef>
              <a:buFont typeface="Arial" pitchFamily="34" charset="0"/>
              <a:buNone/>
              <a:defRPr lang="en-US" sz="1000" b="0" kern="1200" noProof="0" dirty="0" smtClean="0">
                <a:solidFill>
                  <a:schemeClr val="tx1"/>
                </a:solidFill>
                <a:latin typeface="Arial"/>
                <a:ea typeface="+mn-ea"/>
                <a:cs typeface="Arial" pitchFamily="34" charset="0"/>
              </a:defRPr>
            </a:lvl2pPr>
            <a:lvl3pPr marL="177800" indent="-177800" algn="l" defTabSz="914400" rtl="0" eaLnBrk="1" latinLnBrk="0" hangingPunct="1">
              <a:lnSpc>
                <a:spcPct val="100000"/>
              </a:lnSpc>
              <a:spcBef>
                <a:spcPts val="600"/>
              </a:spcBef>
              <a:buClr>
                <a:srgbClr val="97989A"/>
              </a:buClr>
              <a:buFont typeface="Arial" pitchFamily="34" charset="0"/>
              <a:buChar char="■"/>
              <a:defRPr lang="en-US" sz="1000" b="0" kern="1200" noProof="0" dirty="0" smtClean="0">
                <a:solidFill>
                  <a:schemeClr val="tx1"/>
                </a:solidFill>
                <a:latin typeface="Arial"/>
                <a:ea typeface="+mn-ea"/>
                <a:cs typeface="Arial" pitchFamily="34" charset="0"/>
              </a:defRPr>
            </a:lvl3pPr>
            <a:lvl4pPr marL="355600" indent="-177800" algn="l" defTabSz="914400" rtl="0" eaLnBrk="1" latinLnBrk="0" hangingPunct="1">
              <a:lnSpc>
                <a:spcPct val="100000"/>
              </a:lnSpc>
              <a:spcBef>
                <a:spcPts val="600"/>
              </a:spcBef>
              <a:buClr>
                <a:srgbClr val="97989A"/>
              </a:buClr>
              <a:buFont typeface="Arial" pitchFamily="34" charset="0"/>
              <a:buChar char="–"/>
              <a:defRPr lang="en-US" sz="1000" b="0" kern="1200" noProof="0" dirty="0" smtClean="0">
                <a:solidFill>
                  <a:schemeClr val="tx1"/>
                </a:solidFill>
                <a:latin typeface="Arial"/>
                <a:ea typeface="+mn-ea"/>
                <a:cs typeface="Arial" pitchFamily="34" charset="0"/>
              </a:defRPr>
            </a:lvl4pPr>
            <a:lvl5pPr marL="534988" indent="-174625" algn="l" defTabSz="914400" rtl="0" eaLnBrk="1" latinLnBrk="0" hangingPunct="1">
              <a:lnSpc>
                <a:spcPct val="100000"/>
              </a:lnSpc>
              <a:spcBef>
                <a:spcPts val="600"/>
              </a:spcBef>
              <a:buClr>
                <a:srgbClr val="97989A"/>
              </a:buClr>
              <a:buFont typeface="Arial" pitchFamily="34" charset="0"/>
              <a:buChar char="■"/>
              <a:defRPr lang="en-GB" sz="1000" b="0" kern="1200" baseline="0" noProof="0" dirty="0" smtClean="0">
                <a:solidFill>
                  <a:schemeClr val="tx1"/>
                </a:solidFill>
                <a:latin typeface="Arial"/>
                <a:ea typeface="+mn-ea"/>
                <a:cs typeface="Arial" pitchFamily="34" charset="0"/>
              </a:defRPr>
            </a:lvl5pPr>
            <a:lvl6pPr marL="720725" indent="-185738" algn="l" defTabSz="914400" rtl="0" eaLnBrk="1" latinLnBrk="0" hangingPunct="1">
              <a:lnSpc>
                <a:spcPct val="100000"/>
              </a:lnSpc>
              <a:spcBef>
                <a:spcPts val="600"/>
              </a:spcBef>
              <a:buClr>
                <a:srgbClr val="97989A"/>
              </a:buClr>
              <a:buFont typeface="Arial" pitchFamily="34" charset="0"/>
              <a:buChar char="–"/>
              <a:defRPr lang="en-GB" sz="1000" kern="1200" dirty="0" smtClean="0">
                <a:solidFill>
                  <a:schemeClr val="tx1"/>
                </a:solidFill>
                <a:latin typeface="Arial"/>
                <a:ea typeface="+mn-ea"/>
                <a:cs typeface="Arial" pitchFamily="34" charset="0"/>
              </a:defRPr>
            </a:lvl6pPr>
            <a:lvl7pPr marL="895350" indent="-174625" algn="l" defTabSz="914400" rtl="0" eaLnBrk="1" latinLnBrk="0" hangingPunct="1">
              <a:lnSpc>
                <a:spcPct val="100000"/>
              </a:lnSpc>
              <a:spcBef>
                <a:spcPts val="600"/>
              </a:spcBef>
              <a:buClr>
                <a:srgbClr val="97989A"/>
              </a:buClr>
              <a:buFont typeface="Arial" pitchFamily="34" charset="0"/>
              <a:buChar char="■"/>
              <a:defRPr lang="en-GB" sz="1000" kern="1200" baseline="0" dirty="0" smtClean="0">
                <a:solidFill>
                  <a:schemeClr val="tx1"/>
                </a:solidFill>
                <a:latin typeface="Arial"/>
                <a:ea typeface="+mn-ea"/>
                <a:cs typeface="Arial" pitchFamily="34" charset="0"/>
              </a:defRPr>
            </a:lvl7pPr>
            <a:lvl8pPr marL="1081088" indent="-185738" algn="l" defTabSz="914400" rtl="0" eaLnBrk="1" latinLnBrk="0" hangingPunct="1">
              <a:lnSpc>
                <a:spcPct val="100000"/>
              </a:lnSpc>
              <a:spcBef>
                <a:spcPts val="600"/>
              </a:spcBef>
              <a:buClr>
                <a:srgbClr val="97989A"/>
              </a:buClr>
              <a:buFont typeface="Arial" pitchFamily="34" charset="0"/>
              <a:buChar char="–"/>
              <a:defRPr lang="en-GB" sz="1000" kern="1200" dirty="0" smtClean="0">
                <a:solidFill>
                  <a:schemeClr val="tx1"/>
                </a:solidFill>
                <a:latin typeface="Arial"/>
                <a:ea typeface="+mn-ea"/>
                <a:cs typeface="+mn-cs"/>
              </a:defRPr>
            </a:lvl8pPr>
            <a:lvl9pPr marL="1255713" indent="-174625" algn="l" defTabSz="914400" rtl="0" eaLnBrk="1" latinLnBrk="0" hangingPunct="1">
              <a:lnSpc>
                <a:spcPct val="100000"/>
              </a:lnSpc>
              <a:spcBef>
                <a:spcPts val="600"/>
              </a:spcBef>
              <a:buClr>
                <a:srgbClr val="97989A"/>
              </a:buClr>
              <a:buFont typeface="Arial" pitchFamily="34" charset="0"/>
              <a:buChar char="■"/>
              <a:defRPr lang="en-GB" sz="1000" kern="1200" dirty="0" smtClean="0">
                <a:solidFill>
                  <a:schemeClr val="tx1"/>
                </a:solidFill>
                <a:latin typeface="Arial"/>
                <a:ea typeface="+mn-ea"/>
                <a:cs typeface="Arial" pitchFamily="34" charset="0"/>
              </a:defRPr>
            </a:lvl9pPr>
          </a:lstStyle>
          <a:p>
            <a:pPr marL="0" lvl="2" indent="0" algn="just" defTabSz="378744">
              <a:spcBef>
                <a:spcPts val="0"/>
              </a:spcBef>
              <a:spcAft>
                <a:spcPts val="601"/>
              </a:spcAft>
              <a:buSzPct val="80000"/>
              <a:buNone/>
              <a:defRPr/>
            </a:pPr>
            <a:r>
              <a:rPr lang="en-US" sz="1001" b="1" dirty="0">
                <a:solidFill>
                  <a:srgbClr val="00338D"/>
                </a:solidFill>
                <a:latin typeface="+mn-lt"/>
                <a:cs typeface="Calibri" panose="020F0502020204030204" pitchFamily="34" charset="0"/>
              </a:rPr>
              <a:t>Background</a:t>
            </a:r>
            <a:endParaRPr lang="en-US" sz="1001" b="1" dirty="0">
              <a:latin typeface="+mn-lt"/>
            </a:endParaRPr>
          </a:p>
          <a:p>
            <a:pPr marL="0" lvl="2" indent="0" defTabSz="378744">
              <a:spcBef>
                <a:spcPts val="0"/>
              </a:spcBef>
              <a:spcAft>
                <a:spcPts val="601"/>
              </a:spcAft>
              <a:buSzPct val="80000"/>
              <a:buNone/>
              <a:defRPr/>
            </a:pPr>
            <a:r>
              <a:rPr lang="en-US" sz="1001" dirty="0">
                <a:latin typeface="Univers for KPMG" panose="020B0603020202020204"/>
              </a:rPr>
              <a:t>Rishabh is a data analyst with two years of experience in </a:t>
            </a:r>
            <a:r>
              <a:rPr lang="en-US" sz="1001" dirty="0">
                <a:latin typeface="Univers for KPMG" panose="020B0603020202020204"/>
                <a:cs typeface="Calibri" panose="020F0502020204030204" pitchFamily="34" charset="0"/>
              </a:rPr>
              <a:t>Data Analytics enabled digital transformation to analyze and creatively interpret data to provide organizations with effective solutions and assist with decision making. He </a:t>
            </a:r>
            <a:r>
              <a:rPr lang="en-US" sz="1001" dirty="0">
                <a:latin typeface="Univers for KPMG" panose="020B0603020202020204"/>
              </a:rPr>
              <a:t>had the opportunity to work with clients from diverse sectors, including Manufacturing, Healthcare, Telecom, Banking, and Retail. His expertise lies in utilizing technologies such as Python and SQL databases like MySQL, Postgres, and </a:t>
            </a:r>
            <a:r>
              <a:rPr lang="en-US" sz="1001" dirty="0" err="1">
                <a:latin typeface="Univers for KPMG" panose="020B0603020202020204"/>
              </a:rPr>
              <a:t>ClickhouseDB</a:t>
            </a:r>
            <a:r>
              <a:rPr lang="en-US" sz="1001" dirty="0">
                <a:latin typeface="Univers for KPMG" panose="020B0603020202020204"/>
              </a:rPr>
              <a:t>, as well as visualization tools like </a:t>
            </a:r>
            <a:r>
              <a:rPr lang="en-US" sz="1001" dirty="0" err="1">
                <a:latin typeface="Univers for KPMG" panose="020B0603020202020204"/>
              </a:rPr>
              <a:t>PowerBI</a:t>
            </a:r>
            <a:r>
              <a:rPr lang="en-US" sz="1001" dirty="0">
                <a:latin typeface="Univers for KPMG" panose="020B0603020202020204"/>
              </a:rPr>
              <a:t> and Apache Superset. </a:t>
            </a:r>
          </a:p>
          <a:p>
            <a:pPr marL="0" lvl="2" indent="0" algn="just" defTabSz="378744">
              <a:spcBef>
                <a:spcPts val="0"/>
              </a:spcBef>
              <a:spcAft>
                <a:spcPts val="601"/>
              </a:spcAft>
              <a:buSzPct val="80000"/>
              <a:buNone/>
              <a:defRPr/>
            </a:pPr>
            <a:r>
              <a:rPr lang="en-US" sz="1001" b="1" dirty="0">
                <a:solidFill>
                  <a:srgbClr val="00338D"/>
                </a:solidFill>
                <a:latin typeface="+mn-lt"/>
                <a:cs typeface="Calibri" panose="020F0502020204030204" pitchFamily="34" charset="0"/>
              </a:rPr>
              <a:t>Professional and Learning Experience</a:t>
            </a:r>
          </a:p>
          <a:p>
            <a:pPr marL="177803" lvl="3" indent="0" defTabSz="378744" fontAlgn="b">
              <a:spcBef>
                <a:spcPts val="201"/>
              </a:spcBef>
              <a:spcAft>
                <a:spcPts val="201"/>
              </a:spcAft>
              <a:buSzPct val="80000"/>
              <a:buNone/>
              <a:defRPr/>
            </a:pPr>
            <a:r>
              <a:rPr lang="en-US" sz="1001" b="1" dirty="0">
                <a:solidFill>
                  <a:srgbClr val="000000"/>
                </a:solidFill>
                <a:latin typeface="+mn-lt"/>
                <a:cs typeface="Calibri" panose="020F0502020204030204" pitchFamily="34" charset="0"/>
              </a:rPr>
              <a:t>Product Reporting using Apache Superset – </a:t>
            </a:r>
            <a:r>
              <a:rPr lang="en-US" sz="1001" b="1" dirty="0" err="1">
                <a:solidFill>
                  <a:srgbClr val="000000"/>
                </a:solidFill>
                <a:latin typeface="+mn-lt"/>
                <a:cs typeface="Calibri" panose="020F0502020204030204" pitchFamily="34" charset="0"/>
              </a:rPr>
              <a:t>Tanla</a:t>
            </a:r>
            <a:r>
              <a:rPr lang="en-US" sz="1001" b="1" dirty="0">
                <a:solidFill>
                  <a:srgbClr val="000000"/>
                </a:solidFill>
                <a:latin typeface="+mn-lt"/>
                <a:cs typeface="Calibri" panose="020F0502020204030204" pitchFamily="34" charset="0"/>
              </a:rPr>
              <a:t> Platforms Ltd (Onsite) </a:t>
            </a: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Worked with industry leading </a:t>
            </a:r>
            <a:r>
              <a:rPr lang="en-US" sz="1001" dirty="0" err="1">
                <a:solidFill>
                  <a:srgbClr val="000000"/>
                </a:solidFill>
                <a:latin typeface="Univers for KPMG" panose="020B0603020202020204"/>
                <a:cs typeface="Calibri" panose="020F0502020204030204" pitchFamily="34" charset="0"/>
              </a:rPr>
              <a:t>CPaaS</a:t>
            </a:r>
            <a:r>
              <a:rPr lang="en-US" sz="1001" dirty="0">
                <a:solidFill>
                  <a:srgbClr val="000000"/>
                </a:solidFill>
                <a:latin typeface="Univers for KPMG" panose="020B0603020202020204"/>
                <a:cs typeface="Calibri" panose="020F0502020204030204" pitchFamily="34" charset="0"/>
              </a:rPr>
              <a:t> client to singlehandedly create reports and dashboards churning out insights from their flagship Anti-Phishing product thereby driving business KPIs and identifying critical flaws during the build stage of the product.</a:t>
            </a:r>
          </a:p>
          <a:p>
            <a:pPr lvl="4" defTabSz="378744" fontAlgn="b">
              <a:spcBef>
                <a:spcPts val="0"/>
              </a:spcBef>
              <a:spcAft>
                <a:spcPts val="201"/>
              </a:spcAft>
              <a:buSzPct val="80000"/>
              <a:buFont typeface="Arial" panose="020B0604020202020204" pitchFamily="34" charset="0"/>
              <a:buChar char="•"/>
              <a:defRPr/>
            </a:pPr>
            <a:r>
              <a:rPr lang="en-US" sz="1001" dirty="0">
                <a:latin typeface="Univers for KPMG" panose="020B0603020202020204"/>
              </a:rPr>
              <a:t>Played a pivotal role in solidifying Apache Superset's position as a viable solution by taking the initiative to learn the platform from scratch, conducting extensive feature exploration and actively engaging with its creators and contributors developing </a:t>
            </a:r>
            <a:r>
              <a:rPr lang="en-US" sz="1001" dirty="0">
                <a:solidFill>
                  <a:srgbClr val="000000"/>
                </a:solidFill>
                <a:latin typeface="Univers for KPMG" panose="020B0603020202020204"/>
                <a:cs typeface="Calibri" panose="020F0502020204030204" pitchFamily="34" charset="0"/>
              </a:rPr>
              <a:t>engaging reports optimized for best user experience. Platform POCs were conducted with Vodafone-Idea, HDFC, ICICI and Kotak-Mahindra Bank.</a:t>
            </a: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Single handedly designed data model and wrote SQL queries to process more than 30 million transactions per day.</a:t>
            </a:r>
            <a:r>
              <a:rPr lang="en-US" sz="1001" dirty="0">
                <a:solidFill>
                  <a:srgbClr val="000000"/>
                </a:solidFill>
                <a:highlight>
                  <a:srgbClr val="FFFF00"/>
                </a:highlight>
                <a:latin typeface="Univers for KPMG" panose="020B0603020202020204"/>
                <a:cs typeface="Calibri" panose="020F0502020204030204" pitchFamily="34" charset="0"/>
              </a:rPr>
              <a:t> </a:t>
            </a:r>
          </a:p>
          <a:p>
            <a:pPr marL="177803" lvl="3" indent="0" defTabSz="378744" fontAlgn="b">
              <a:spcBef>
                <a:spcPts val="201"/>
              </a:spcBef>
              <a:spcAft>
                <a:spcPts val="201"/>
              </a:spcAft>
              <a:buSzPct val="80000"/>
              <a:buNone/>
              <a:defRPr/>
            </a:pPr>
            <a:r>
              <a:rPr lang="en-US" sz="1001" b="1" dirty="0">
                <a:solidFill>
                  <a:srgbClr val="000000"/>
                </a:solidFill>
                <a:latin typeface="+mn-lt"/>
                <a:cs typeface="Calibri" panose="020F0502020204030204" pitchFamily="34" charset="0"/>
              </a:rPr>
              <a:t>Procurement Process Reporting using </a:t>
            </a:r>
            <a:r>
              <a:rPr lang="en-US" sz="1001" b="1" dirty="0" err="1">
                <a:solidFill>
                  <a:srgbClr val="000000"/>
                </a:solidFill>
                <a:latin typeface="+mn-lt"/>
                <a:cs typeface="Calibri" panose="020F0502020204030204" pitchFamily="34" charset="0"/>
              </a:rPr>
              <a:t>PowerBI</a:t>
            </a:r>
            <a:r>
              <a:rPr lang="en-US" sz="1001" b="1" dirty="0">
                <a:solidFill>
                  <a:srgbClr val="000000"/>
                </a:solidFill>
                <a:latin typeface="+mn-lt"/>
                <a:cs typeface="Calibri" panose="020F0502020204030204" pitchFamily="34" charset="0"/>
              </a:rPr>
              <a:t> – Kirloskar Brothers Ltd. (Onsite)</a:t>
            </a:r>
          </a:p>
          <a:p>
            <a:pPr lvl="4" defTabSz="378744" fontAlgn="b">
              <a:spcBef>
                <a:spcPts val="0"/>
              </a:spcBef>
              <a:spcAft>
                <a:spcPts val="201"/>
              </a:spcAft>
              <a:buSzPct val="80000"/>
              <a:buFont typeface="Arial" panose="020B0604020202020204" pitchFamily="34" charset="0"/>
              <a:buChar char="•"/>
              <a:defRPr/>
            </a:pPr>
            <a:r>
              <a:rPr lang="en-US" sz="1001" dirty="0" err="1">
                <a:latin typeface="Univers for KPMG" panose="020B0603020202020204"/>
                <a:cs typeface="Calibri" panose="020F0502020204030204" pitchFamily="34" charset="0"/>
              </a:rPr>
              <a:t>Utilised</a:t>
            </a:r>
            <a:r>
              <a:rPr lang="en-US" sz="1001" dirty="0">
                <a:latin typeface="Univers for KPMG" panose="020B0603020202020204"/>
                <a:cs typeface="Calibri" panose="020F0502020204030204" pitchFamily="34" charset="0"/>
              </a:rPr>
              <a:t> </a:t>
            </a:r>
            <a:r>
              <a:rPr lang="en-US" sz="1001" dirty="0" err="1">
                <a:latin typeface="Univers for KPMG" panose="020B0603020202020204"/>
                <a:cs typeface="Calibri" panose="020F0502020204030204" pitchFamily="34" charset="0"/>
              </a:rPr>
              <a:t>PowerBI</a:t>
            </a:r>
            <a:r>
              <a:rPr lang="en-US" sz="1001" dirty="0">
                <a:latin typeface="Univers for KPMG" panose="020B0603020202020204"/>
                <a:cs typeface="Calibri" panose="020F0502020204030204" pitchFamily="34" charset="0"/>
              </a:rPr>
              <a:t> as a visualization tool and SQL server as data warehouse for creating dashboards providing insights into Procurement process.</a:t>
            </a:r>
          </a:p>
          <a:p>
            <a:pPr lvl="4" defTabSz="378744" fontAlgn="b">
              <a:spcBef>
                <a:spcPts val="0"/>
              </a:spcBef>
              <a:spcAft>
                <a:spcPts val="201"/>
              </a:spcAft>
              <a:buSzPct val="80000"/>
              <a:buFont typeface="Arial" panose="020B0604020202020204" pitchFamily="34" charset="0"/>
              <a:buChar char="•"/>
              <a:defRPr/>
            </a:pPr>
            <a:r>
              <a:rPr lang="en-US" sz="1001" dirty="0">
                <a:latin typeface="Univers for KPMG" panose="020B0603020202020204"/>
                <a:cs typeface="Calibri" panose="020F0502020204030204" pitchFamily="34" charset="0"/>
              </a:rPr>
              <a:t>Created data pipelines using Python for automation of data loading and transformation</a:t>
            </a:r>
            <a:r>
              <a:rPr lang="en-US" sz="1001" dirty="0">
                <a:solidFill>
                  <a:srgbClr val="000000"/>
                </a:solidFill>
                <a:latin typeface="Univers for KPMG" panose="020B0603020202020204"/>
                <a:cs typeface="Calibri" panose="020F0502020204030204" pitchFamily="34" charset="0"/>
              </a:rPr>
              <a:t> from FTP to SQL server.</a:t>
            </a:r>
          </a:p>
          <a:p>
            <a:pPr marL="177803" lvl="3" indent="0" defTabSz="378744" fontAlgn="b">
              <a:spcBef>
                <a:spcPts val="201"/>
              </a:spcBef>
              <a:spcAft>
                <a:spcPts val="201"/>
              </a:spcAft>
              <a:buSzPct val="80000"/>
              <a:buNone/>
              <a:defRPr/>
            </a:pPr>
            <a:r>
              <a:rPr lang="en-US" sz="1001" b="1" dirty="0">
                <a:solidFill>
                  <a:srgbClr val="000000"/>
                </a:solidFill>
                <a:latin typeface="+mn-lt"/>
                <a:cs typeface="Calibri" panose="020F0502020204030204" pitchFamily="34" charset="0"/>
              </a:rPr>
              <a:t>Revenue Assurance using Oracle – Axis Bank</a:t>
            </a: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Executed KPIs for assessment of revenue leakage in various products/services offered by them like Credit Card, Merchant Discount Rates and Treasury. </a:t>
            </a:r>
            <a:endParaRPr lang="en-US" sz="1001" dirty="0">
              <a:solidFill>
                <a:srgbClr val="000000"/>
              </a:solidFill>
              <a:highlight>
                <a:srgbClr val="FFFF00"/>
              </a:highlight>
              <a:latin typeface="Univers for KPMG" panose="020B0603020202020204"/>
              <a:cs typeface="Calibri" panose="020F0502020204030204" pitchFamily="34" charset="0"/>
            </a:endParaRP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Used Oracle DB to write logics and evaluate KPIs in a time effective manner thereby facilitating client to take business decisions to minimize the revenue leakage.</a:t>
            </a:r>
          </a:p>
          <a:p>
            <a:pPr marL="177803" lvl="3" indent="0" defTabSz="378744" fontAlgn="b">
              <a:spcBef>
                <a:spcPts val="201"/>
              </a:spcBef>
              <a:spcAft>
                <a:spcPts val="201"/>
              </a:spcAft>
              <a:buSzPct val="80000"/>
              <a:buNone/>
              <a:defRPr/>
            </a:pPr>
            <a:r>
              <a:rPr lang="en-US" sz="1001" b="1" dirty="0">
                <a:solidFill>
                  <a:srgbClr val="000000"/>
                </a:solidFill>
                <a:latin typeface="+mn-lt"/>
                <a:cs typeface="Calibri" panose="020F0502020204030204" pitchFamily="34" charset="0"/>
              </a:rPr>
              <a:t>Audit process automation using Python - KGS</a:t>
            </a: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Automated various audit processes using python for KGS’s IPA platform which can be accessed on a pay per use model.</a:t>
            </a: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Used </a:t>
            </a:r>
            <a:r>
              <a:rPr lang="en-US" sz="1001" b="1" dirty="0">
                <a:solidFill>
                  <a:srgbClr val="000000"/>
                </a:solidFill>
                <a:latin typeface="Univers for KPMG" panose="020B0603020202020204"/>
                <a:cs typeface="Calibri" panose="020F0502020204030204" pitchFamily="34" charset="0"/>
              </a:rPr>
              <a:t>Pandas </a:t>
            </a:r>
            <a:r>
              <a:rPr lang="en-US" sz="1001" dirty="0">
                <a:solidFill>
                  <a:srgbClr val="000000"/>
                </a:solidFill>
                <a:latin typeface="Univers for KPMG" panose="020B0603020202020204"/>
                <a:cs typeface="Calibri" panose="020F0502020204030204" pitchFamily="34" charset="0"/>
              </a:rPr>
              <a:t>module in Python for importing excel files into dataframes and performing calculations as per the defined functional logic.</a:t>
            </a:r>
          </a:p>
          <a:p>
            <a:pPr marL="177803" lvl="3" indent="0" defTabSz="378744" fontAlgn="b">
              <a:spcBef>
                <a:spcPts val="201"/>
              </a:spcBef>
              <a:spcAft>
                <a:spcPts val="201"/>
              </a:spcAft>
              <a:buSzPct val="80000"/>
              <a:buNone/>
              <a:defRPr/>
            </a:pPr>
            <a:r>
              <a:rPr lang="en-US" sz="1001" b="1" dirty="0">
                <a:solidFill>
                  <a:srgbClr val="000000"/>
                </a:solidFill>
                <a:latin typeface="+mn-lt"/>
                <a:cs typeface="Calibri" panose="020F0502020204030204" pitchFamily="34" charset="0"/>
              </a:rPr>
              <a:t>Data Analytics using SQL – Alfa Laval Sweden</a:t>
            </a:r>
          </a:p>
          <a:p>
            <a:pPr lvl="4" defTabSz="378744" fontAlgn="b">
              <a:spcBef>
                <a:spcPts val="201"/>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Analyzed various risk and fraud related indicators on data using Postgres on defined parameters by the functional team. </a:t>
            </a:r>
          </a:p>
          <a:p>
            <a:pPr lvl="4" defTabSz="378744" fontAlgn="b">
              <a:spcBef>
                <a:spcPts val="201"/>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Effectively managed functional aspects of the process and handled client communication while working on technical aspects of the deliverable.</a:t>
            </a:r>
          </a:p>
          <a:p>
            <a:pPr marL="180976" lvl="3" indent="0" defTabSz="378744" fontAlgn="b">
              <a:spcBef>
                <a:spcPts val="201"/>
              </a:spcBef>
              <a:spcAft>
                <a:spcPts val="201"/>
              </a:spcAft>
              <a:buSzPct val="80000"/>
              <a:buNone/>
              <a:defRPr/>
            </a:pPr>
            <a:r>
              <a:rPr lang="en-US" sz="1001" b="1" dirty="0">
                <a:solidFill>
                  <a:srgbClr val="000000"/>
                </a:solidFill>
                <a:latin typeface="+mn-lt"/>
                <a:cs typeface="Calibri" panose="020F0502020204030204" pitchFamily="34" charset="0"/>
              </a:rPr>
              <a:t>Product management and UAT – Dr Reddy Labs</a:t>
            </a: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Worked as an assistant product manager for development of full suite healthcare platform offering for doctor appointment, patient queries, medicine order and patient profiling.</a:t>
            </a:r>
          </a:p>
          <a:p>
            <a:pPr lvl="4" defTabSz="378744" fontAlgn="b">
              <a:spcBef>
                <a:spcPts val="0"/>
              </a:spcBef>
              <a:spcAft>
                <a:spcPts val="201"/>
              </a:spcAft>
              <a:buSzPct val="80000"/>
              <a:buFont typeface="Arial" panose="020B0604020202020204" pitchFamily="34" charset="0"/>
              <a:buChar char="•"/>
              <a:defRPr/>
            </a:pPr>
            <a:r>
              <a:rPr lang="en-US" sz="1001" dirty="0">
                <a:solidFill>
                  <a:srgbClr val="000000"/>
                </a:solidFill>
                <a:latin typeface="Univers for KPMG" panose="020B0603020202020204"/>
                <a:cs typeface="Calibri" panose="020F0502020204030204" pitchFamily="34" charset="0"/>
              </a:rPr>
              <a:t>Performed User Acceptance Testing on the admin platform and API testing using </a:t>
            </a:r>
            <a:r>
              <a:rPr lang="en-US" sz="1001" dirty="0" err="1">
                <a:solidFill>
                  <a:srgbClr val="000000"/>
                </a:solidFill>
                <a:latin typeface="Univers for KPMG" panose="020B0603020202020204"/>
                <a:cs typeface="Calibri" panose="020F0502020204030204" pitchFamily="34" charset="0"/>
              </a:rPr>
              <a:t>GraphQL</a:t>
            </a:r>
            <a:r>
              <a:rPr lang="en-US" sz="1001" dirty="0">
                <a:solidFill>
                  <a:srgbClr val="000000"/>
                </a:solidFill>
                <a:latin typeface="Univers for KPMG" panose="020B0603020202020204"/>
                <a:cs typeface="Calibri" panose="020F0502020204030204" pitchFamily="34" charset="0"/>
              </a:rPr>
              <a:t> on APIs being consumed by the platform for onboarding stakeholders.</a:t>
            </a:r>
          </a:p>
        </p:txBody>
      </p:sp>
      <p:sp>
        <p:nvSpPr>
          <p:cNvPr id="7" name="Rectangle 5">
            <a:extLst>
              <a:ext uri="{FF2B5EF4-FFF2-40B4-BE49-F238E27FC236}">
                <a16:creationId xmlns:a16="http://schemas.microsoft.com/office/drawing/2014/main" id="{7F7705BC-BCC0-127B-19D6-EDA701B42130}"/>
              </a:ext>
            </a:extLst>
          </p:cNvPr>
          <p:cNvSpPr>
            <a:spLocks noChangeArrowheads="1"/>
          </p:cNvSpPr>
          <p:nvPr/>
        </p:nvSpPr>
        <p:spPr bwMode="auto">
          <a:xfrm>
            <a:off x="116651" y="2655784"/>
            <a:ext cx="2258562" cy="3765646"/>
          </a:xfrm>
          <a:prstGeom prst="rect">
            <a:avLst/>
          </a:prstGeom>
          <a:noFill/>
          <a:ln w="9525">
            <a:noFill/>
            <a:miter lim="800000"/>
            <a:headEnd/>
            <a:tailEnd/>
          </a:ln>
        </p:spPr>
        <p:txBody>
          <a:bodyPr wrap="square">
            <a:spAutoFit/>
          </a:bodyPr>
          <a:lstStyle/>
          <a:p>
            <a:pPr marL="11723" defTabSz="844094">
              <a:defRPr/>
            </a:pPr>
            <a:r>
              <a:rPr lang="en-US" sz="1001" b="1" kern="0" dirty="0">
                <a:solidFill>
                  <a:srgbClr val="0C2D83"/>
                </a:solidFill>
                <a:latin typeface="Univers for KPMG" panose="020B0603020202020204" pitchFamily="34" charset="0"/>
                <a:cs typeface="Calibri" panose="020F0502020204030204" pitchFamily="34" charset="0"/>
              </a:rPr>
              <a:t>Rishabh Tripathi</a:t>
            </a:r>
          </a:p>
          <a:p>
            <a:pPr marL="11723" defTabSz="378744">
              <a:defRPr/>
            </a:pPr>
            <a:r>
              <a:rPr lang="en-GB" sz="1001" dirty="0">
                <a:solidFill>
                  <a:srgbClr val="000000"/>
                </a:solidFill>
                <a:latin typeface="Univers for KPMG" panose="020B0603020202020204" pitchFamily="34" charset="0"/>
                <a:cs typeface="Calibri" panose="020F0502020204030204" pitchFamily="34" charset="0"/>
              </a:rPr>
              <a:t>KPMG India</a:t>
            </a:r>
            <a:endParaRPr lang="en-GB" sz="1001" kern="0" dirty="0">
              <a:solidFill>
                <a:srgbClr val="000000"/>
              </a:solidFill>
              <a:latin typeface="Univers for KPMG" panose="020B0603020202020204" pitchFamily="34" charset="0"/>
              <a:cs typeface="Calibri" panose="020F0502020204030204" pitchFamily="34" charset="0"/>
            </a:endParaRPr>
          </a:p>
          <a:p>
            <a:pPr>
              <a:defRPr/>
            </a:pPr>
            <a:r>
              <a:rPr lang="en-US" sz="1001" kern="0" dirty="0">
                <a:solidFill>
                  <a:sysClr val="windowText" lastClr="000000"/>
                </a:solidFill>
                <a:latin typeface="Univers for KPMG" panose="020B0603020202020204" pitchFamily="34" charset="0"/>
                <a:cs typeface="Calibri" panose="020F0502020204030204" pitchFamily="34" charset="0"/>
                <a:hlinkClick r:id="rId3"/>
              </a:rPr>
              <a:t>rishabhtripathi1@kpmg.com</a:t>
            </a:r>
            <a:endParaRPr lang="en-US" sz="1001" kern="0" dirty="0">
              <a:solidFill>
                <a:sysClr val="windowText" lastClr="000000"/>
              </a:solidFill>
              <a:latin typeface="Univers for KPMG" panose="020B0603020202020204" pitchFamily="34" charset="0"/>
              <a:cs typeface="Calibri" panose="020F0502020204030204" pitchFamily="34" charset="0"/>
            </a:endParaRPr>
          </a:p>
          <a:p>
            <a:pPr>
              <a:defRPr/>
            </a:pPr>
            <a:r>
              <a:rPr lang="en-US" sz="1001" kern="0" dirty="0">
                <a:solidFill>
                  <a:sysClr val="windowText" lastClr="000000"/>
                </a:solidFill>
                <a:latin typeface="Univers for KPMG" panose="020B0603020202020204" pitchFamily="34" charset="0"/>
                <a:cs typeface="Calibri" panose="020F0502020204030204" pitchFamily="34" charset="0"/>
              </a:rPr>
              <a:t>+91 8840454485</a:t>
            </a:r>
          </a:p>
          <a:p>
            <a:pPr>
              <a:defRPr/>
            </a:pPr>
            <a:endParaRPr lang="en-US" sz="1001" b="1" kern="0" dirty="0">
              <a:solidFill>
                <a:srgbClr val="00338D"/>
              </a:solidFill>
              <a:latin typeface="Univers for KPMG" panose="020B0603020202020204" pitchFamily="34" charset="0"/>
              <a:cs typeface="Calibri" panose="020F0502020204030204" pitchFamily="34" charset="0"/>
            </a:endParaRPr>
          </a:p>
          <a:p>
            <a:pPr defTabSz="844094">
              <a:tabLst>
                <a:tab pos="274037" algn="l"/>
              </a:tabLst>
              <a:defRPr/>
            </a:pPr>
            <a:r>
              <a:rPr lang="en-US" sz="1001" b="1" kern="0" dirty="0">
                <a:solidFill>
                  <a:srgbClr val="00338D"/>
                </a:solidFill>
                <a:latin typeface="Univers for KPMG" panose="020B0603020202020204"/>
                <a:cs typeface="Calibri" panose="020F0502020204030204" pitchFamily="34" charset="0"/>
              </a:rPr>
              <a:t>Function and Specialization</a:t>
            </a:r>
          </a:p>
          <a:p>
            <a:pPr marL="171453" indent="-171453" defTabSz="844094">
              <a:buFont typeface="Arial" panose="020B0604020202020204" pitchFamily="34" charset="0"/>
              <a:buChar char="•"/>
              <a:tabLst>
                <a:tab pos="274037" algn="l"/>
              </a:tabLst>
              <a:defRPr/>
            </a:pPr>
            <a:r>
              <a:rPr lang="en-US" sz="1001" kern="0" dirty="0">
                <a:solidFill>
                  <a:srgbClr val="000000"/>
                </a:solidFill>
                <a:latin typeface="Univers for KPMG" panose="020B0603020202020204"/>
                <a:ea typeface="Times New Roman" pitchFamily="18" charset="0"/>
                <a:cs typeface="Calibri" panose="020F0502020204030204" pitchFamily="34" charset="0"/>
              </a:rPr>
              <a:t>Data Analysis using Python &amp; SQL.</a:t>
            </a:r>
          </a:p>
          <a:p>
            <a:pPr marL="171453" indent="-171453" defTabSz="844094">
              <a:buFont typeface="Arial" panose="020B0604020202020204" pitchFamily="34" charset="0"/>
              <a:buChar char="•"/>
              <a:tabLst>
                <a:tab pos="274037" algn="l"/>
              </a:tabLst>
              <a:defRPr/>
            </a:pPr>
            <a:r>
              <a:rPr lang="en-US" sz="1001" kern="0" dirty="0">
                <a:solidFill>
                  <a:srgbClr val="000000"/>
                </a:solidFill>
                <a:latin typeface="Univers for KPMG" panose="020B0603020202020204"/>
                <a:ea typeface="Times New Roman" pitchFamily="18" charset="0"/>
                <a:cs typeface="Calibri" panose="020F0502020204030204" pitchFamily="34" charset="0"/>
              </a:rPr>
              <a:t>Apache Superset and </a:t>
            </a:r>
            <a:r>
              <a:rPr lang="en-US" sz="1001" kern="0" dirty="0" err="1">
                <a:solidFill>
                  <a:srgbClr val="000000"/>
                </a:solidFill>
                <a:latin typeface="Univers for KPMG" panose="020B0603020202020204"/>
                <a:ea typeface="Times New Roman" pitchFamily="18" charset="0"/>
                <a:cs typeface="Calibri" panose="020F0502020204030204" pitchFamily="34" charset="0"/>
              </a:rPr>
              <a:t>PowerBI</a:t>
            </a:r>
            <a:r>
              <a:rPr lang="en-US" sz="1001" kern="0" dirty="0">
                <a:solidFill>
                  <a:srgbClr val="000000"/>
                </a:solidFill>
                <a:latin typeface="Univers for KPMG" panose="020B0603020202020204"/>
                <a:ea typeface="Times New Roman" pitchFamily="18" charset="0"/>
                <a:cs typeface="Calibri" panose="020F0502020204030204" pitchFamily="34" charset="0"/>
              </a:rPr>
              <a:t>.</a:t>
            </a:r>
          </a:p>
          <a:p>
            <a:pPr marL="171453" indent="-171453" defTabSz="844094">
              <a:buFont typeface="Arial" panose="020B0604020202020204" pitchFamily="34" charset="0"/>
              <a:buChar char="•"/>
              <a:tabLst>
                <a:tab pos="274037" algn="l"/>
              </a:tabLst>
              <a:defRPr/>
            </a:pPr>
            <a:r>
              <a:rPr lang="en-US" sz="1001" kern="0" dirty="0">
                <a:solidFill>
                  <a:srgbClr val="000000"/>
                </a:solidFill>
                <a:latin typeface="Univers for KPMG" panose="020B0603020202020204"/>
                <a:ea typeface="Times New Roman" pitchFamily="18" charset="0"/>
                <a:cs typeface="Calibri" panose="020F0502020204030204" pitchFamily="34" charset="0"/>
              </a:rPr>
              <a:t>Relational Databases – MySQL ,Postgres, </a:t>
            </a:r>
            <a:r>
              <a:rPr lang="en-US" sz="1001" kern="0" dirty="0" err="1">
                <a:solidFill>
                  <a:srgbClr val="000000"/>
                </a:solidFill>
                <a:latin typeface="Univers for KPMG" panose="020B0603020202020204"/>
                <a:ea typeface="Times New Roman" pitchFamily="18" charset="0"/>
                <a:cs typeface="Calibri" panose="020F0502020204030204" pitchFamily="34" charset="0"/>
              </a:rPr>
              <a:t>Clickhouse</a:t>
            </a:r>
            <a:r>
              <a:rPr lang="en-US" sz="1001" kern="0" dirty="0">
                <a:solidFill>
                  <a:srgbClr val="000000"/>
                </a:solidFill>
                <a:latin typeface="Univers for KPMG" panose="020B0603020202020204"/>
                <a:ea typeface="Times New Roman" pitchFamily="18" charset="0"/>
                <a:cs typeface="Calibri" panose="020F0502020204030204" pitchFamily="34" charset="0"/>
              </a:rPr>
              <a:t>, Oracle</a:t>
            </a:r>
          </a:p>
          <a:p>
            <a:pPr marL="171453" indent="-171453" defTabSz="844094">
              <a:buFont typeface="Arial" panose="020B0604020202020204" pitchFamily="34" charset="0"/>
              <a:buChar char="•"/>
              <a:tabLst>
                <a:tab pos="274037" algn="l"/>
              </a:tabLst>
              <a:defRPr/>
            </a:pPr>
            <a:r>
              <a:rPr lang="en-US" sz="1001" kern="0" dirty="0">
                <a:solidFill>
                  <a:srgbClr val="000000"/>
                </a:solidFill>
                <a:latin typeface="Univers for KPMG" panose="020B0603020202020204"/>
                <a:ea typeface="Times New Roman" pitchFamily="18" charset="0"/>
                <a:cs typeface="Calibri" panose="020F0502020204030204" pitchFamily="34" charset="0"/>
              </a:rPr>
              <a:t>DevOps tools (Docker, Jenkins, Git, Prometheus, etc.) </a:t>
            </a:r>
          </a:p>
          <a:p>
            <a:pPr marL="171453" indent="-171453" defTabSz="844094">
              <a:buFont typeface="Arial" panose="020B0604020202020204" pitchFamily="34" charset="0"/>
              <a:buChar char="•"/>
              <a:tabLst>
                <a:tab pos="274037" algn="l"/>
              </a:tabLst>
              <a:defRPr/>
            </a:pPr>
            <a:r>
              <a:rPr lang="en-US" sz="1001" kern="0" dirty="0">
                <a:solidFill>
                  <a:srgbClr val="000000"/>
                </a:solidFill>
                <a:latin typeface="Univers for KPMG" panose="020B0603020202020204"/>
                <a:ea typeface="Times New Roman" pitchFamily="18" charset="0"/>
                <a:cs typeface="Calibri" panose="020F0502020204030204" pitchFamily="34" charset="0"/>
              </a:rPr>
              <a:t>UAT, Jira and </a:t>
            </a:r>
            <a:r>
              <a:rPr lang="en-US" sz="1001" kern="0" dirty="0" err="1">
                <a:solidFill>
                  <a:srgbClr val="000000"/>
                </a:solidFill>
                <a:latin typeface="Univers for KPMG" panose="020B0603020202020204"/>
                <a:ea typeface="Times New Roman" pitchFamily="18" charset="0"/>
                <a:cs typeface="Calibri" panose="020F0502020204030204" pitchFamily="34" charset="0"/>
              </a:rPr>
              <a:t>GraphQL</a:t>
            </a:r>
            <a:r>
              <a:rPr lang="en-US" sz="1001" kern="0" dirty="0">
                <a:solidFill>
                  <a:srgbClr val="000000"/>
                </a:solidFill>
                <a:latin typeface="Univers for KPMG" panose="020B0603020202020204"/>
                <a:ea typeface="Times New Roman" pitchFamily="18" charset="0"/>
                <a:cs typeface="Calibri" panose="020F0502020204030204" pitchFamily="34" charset="0"/>
              </a:rPr>
              <a:t> API testing</a:t>
            </a:r>
          </a:p>
          <a:p>
            <a:pPr defTabSz="844094">
              <a:lnSpc>
                <a:spcPct val="85000"/>
              </a:lnSpc>
              <a:tabLst>
                <a:tab pos="274037" algn="l"/>
              </a:tabLst>
              <a:defRPr/>
            </a:pPr>
            <a:endParaRPr lang="en-US" sz="1001" b="1" kern="0" dirty="0">
              <a:solidFill>
                <a:srgbClr val="00338D"/>
              </a:solidFill>
              <a:latin typeface="Univers for KPMG" panose="020B0603020202020204"/>
              <a:cs typeface="Calibri" panose="020F0502020204030204" pitchFamily="34" charset="0"/>
            </a:endParaRPr>
          </a:p>
          <a:p>
            <a:pPr defTabSz="844094" eaLnBrk="0" hangingPunct="0">
              <a:tabLst>
                <a:tab pos="274037" algn="l"/>
              </a:tabLst>
              <a:defRPr/>
            </a:pPr>
            <a:r>
              <a:rPr lang="en-US" sz="1001" b="1" kern="0" dirty="0">
                <a:solidFill>
                  <a:srgbClr val="00338D"/>
                </a:solidFill>
                <a:latin typeface="Univers for KPMG" panose="020B0603020202020204"/>
                <a:cs typeface="Calibri" panose="020F0502020204030204" pitchFamily="34" charset="0"/>
              </a:rPr>
              <a:t>Education, Licenses &amp; Certifications</a:t>
            </a:r>
          </a:p>
          <a:p>
            <a:pPr marL="120167" lvl="1" indent="-118702" defTabSz="844094">
              <a:buClr>
                <a:srgbClr val="97989A"/>
              </a:buClr>
              <a:buSzPct val="80000"/>
              <a:buFont typeface="Wingdings" pitchFamily="2" charset="2"/>
              <a:buChar char="n"/>
              <a:tabLst>
                <a:tab pos="274037" algn="l"/>
              </a:tabLst>
              <a:defRPr/>
            </a:pPr>
            <a:r>
              <a:rPr lang="en-US" sz="1001" kern="0" dirty="0">
                <a:solidFill>
                  <a:srgbClr val="000000"/>
                </a:solidFill>
                <a:latin typeface="Univers for KPMG" panose="020B0603020202020204"/>
                <a:cs typeface="Calibri" panose="020F0502020204030204" pitchFamily="34" charset="0"/>
              </a:rPr>
              <a:t>Bachelors of Technology  (CS)</a:t>
            </a:r>
          </a:p>
          <a:p>
            <a:pPr marL="120167" lvl="1" indent="-118702" defTabSz="844094">
              <a:buClr>
                <a:srgbClr val="97989A"/>
              </a:buClr>
              <a:buSzPct val="80000"/>
              <a:buFont typeface="Wingdings" pitchFamily="2" charset="2"/>
              <a:buChar char="n"/>
              <a:tabLst>
                <a:tab pos="274037" algn="l"/>
              </a:tabLst>
              <a:defRPr/>
            </a:pPr>
            <a:r>
              <a:rPr lang="en-US" sz="1001" kern="0" dirty="0" err="1">
                <a:solidFill>
                  <a:srgbClr val="000000"/>
                </a:solidFill>
                <a:latin typeface="Univers for KPMG" panose="020B0603020202020204"/>
                <a:cs typeface="Calibri" panose="020F0502020204030204" pitchFamily="34" charset="0"/>
              </a:rPr>
              <a:t>Hackerrank</a:t>
            </a:r>
            <a:r>
              <a:rPr lang="en-US" sz="1001" kern="0" dirty="0">
                <a:solidFill>
                  <a:srgbClr val="000000"/>
                </a:solidFill>
                <a:latin typeface="Univers for KPMG" panose="020B0603020202020204"/>
                <a:cs typeface="Calibri" panose="020F0502020204030204" pitchFamily="34" charset="0"/>
              </a:rPr>
              <a:t> – 5 * in Python and Problem Solving.</a:t>
            </a:r>
          </a:p>
          <a:p>
            <a:pPr marL="1465" lvl="1" defTabSz="844094">
              <a:buClr>
                <a:srgbClr val="97989A"/>
              </a:buClr>
              <a:buSzPct val="80000"/>
              <a:tabLst>
                <a:tab pos="274037" algn="l"/>
              </a:tabLst>
              <a:defRPr/>
            </a:pPr>
            <a:endParaRPr lang="en-US" sz="1001" kern="0" dirty="0">
              <a:solidFill>
                <a:srgbClr val="000000"/>
              </a:solidFill>
              <a:latin typeface="Univers for KPMG" panose="020B0603020202020204"/>
              <a:cs typeface="Calibri" panose="020F0502020204030204" pitchFamily="34" charset="0"/>
            </a:endParaRPr>
          </a:p>
          <a:p>
            <a:pPr defTabSz="844094" eaLnBrk="0" hangingPunct="0">
              <a:tabLst>
                <a:tab pos="274037" algn="l"/>
              </a:tabLst>
              <a:defRPr/>
            </a:pPr>
            <a:r>
              <a:rPr lang="en-US" sz="1001" b="1" kern="0" dirty="0">
                <a:solidFill>
                  <a:srgbClr val="00338D"/>
                </a:solidFill>
                <a:latin typeface="Univers for KPMG" panose="020B0603020202020204"/>
                <a:cs typeface="Calibri" panose="020F0502020204030204" pitchFamily="34" charset="0"/>
              </a:rPr>
              <a:t>Awards and Accolades</a:t>
            </a:r>
          </a:p>
          <a:p>
            <a:pPr marL="120167" lvl="1" indent="-118702" defTabSz="844094">
              <a:buClr>
                <a:srgbClr val="97989A"/>
              </a:buClr>
              <a:buSzPct val="80000"/>
              <a:buFont typeface="Wingdings" pitchFamily="2" charset="2"/>
              <a:buChar char="n"/>
              <a:tabLst>
                <a:tab pos="274037" algn="l"/>
              </a:tabLst>
              <a:defRPr/>
            </a:pPr>
            <a:r>
              <a:rPr lang="en-US" sz="1001" kern="0" dirty="0">
                <a:solidFill>
                  <a:srgbClr val="000000"/>
                </a:solidFill>
                <a:latin typeface="Univers for KPMG" panose="020B0603020202020204"/>
                <a:cs typeface="Calibri" panose="020F0502020204030204" pitchFamily="34" charset="0"/>
              </a:rPr>
              <a:t>Kudos – KPMG (March 2023)</a:t>
            </a:r>
          </a:p>
          <a:p>
            <a:pPr marL="120167" lvl="1" indent="-118702" defTabSz="844094">
              <a:buClr>
                <a:srgbClr val="97989A"/>
              </a:buClr>
              <a:buSzPct val="80000"/>
              <a:buFont typeface="Wingdings" pitchFamily="2" charset="2"/>
              <a:buChar char="n"/>
              <a:tabLst>
                <a:tab pos="274037" algn="l"/>
              </a:tabLst>
              <a:defRPr/>
            </a:pPr>
            <a:r>
              <a:rPr lang="en-US" sz="1001" kern="0" dirty="0">
                <a:solidFill>
                  <a:srgbClr val="000000"/>
                </a:solidFill>
                <a:latin typeface="Univers for KPMG" panose="020B0603020202020204"/>
                <a:cs typeface="Calibri" panose="020F0502020204030204" pitchFamily="34" charset="0"/>
              </a:rPr>
              <a:t>Rising Star – KPMG (Dec 2021)</a:t>
            </a:r>
          </a:p>
          <a:p>
            <a:pPr marL="120167" lvl="1" indent="-118702" defTabSz="844094">
              <a:buClr>
                <a:srgbClr val="97989A"/>
              </a:buClr>
              <a:buSzPct val="80000"/>
              <a:buFont typeface="Wingdings" pitchFamily="2" charset="2"/>
              <a:buChar char="n"/>
              <a:tabLst>
                <a:tab pos="274037" algn="l"/>
              </a:tabLst>
              <a:defRPr/>
            </a:pPr>
            <a:r>
              <a:rPr lang="en-US" sz="1001" kern="0" dirty="0">
                <a:solidFill>
                  <a:srgbClr val="000000"/>
                </a:solidFill>
                <a:latin typeface="Univers for KPMG" panose="020B0603020202020204"/>
                <a:cs typeface="Calibri" panose="020F0502020204030204" pitchFamily="34" charset="0"/>
              </a:rPr>
              <a:t>Achieved 1</a:t>
            </a:r>
            <a:r>
              <a:rPr lang="en-US" sz="1001" kern="0" baseline="30000" dirty="0">
                <a:solidFill>
                  <a:srgbClr val="000000"/>
                </a:solidFill>
                <a:latin typeface="Univers for KPMG" panose="020B0603020202020204"/>
                <a:cs typeface="Calibri" panose="020F0502020204030204" pitchFamily="34" charset="0"/>
              </a:rPr>
              <a:t>st</a:t>
            </a:r>
            <a:r>
              <a:rPr lang="en-US" sz="1001" kern="0" dirty="0">
                <a:solidFill>
                  <a:srgbClr val="000000"/>
                </a:solidFill>
                <a:latin typeface="Univers for KPMG" panose="020B0603020202020204"/>
                <a:cs typeface="Calibri" panose="020F0502020204030204" pitchFamily="34" charset="0"/>
              </a:rPr>
              <a:t>  rank in State Level Spell Bee</a:t>
            </a:r>
          </a:p>
        </p:txBody>
      </p:sp>
      <p:pic>
        <p:nvPicPr>
          <p:cNvPr id="9" name="Picture 8">
            <a:extLst>
              <a:ext uri="{FF2B5EF4-FFF2-40B4-BE49-F238E27FC236}">
                <a16:creationId xmlns:a16="http://schemas.microsoft.com/office/drawing/2014/main" id="{BDC25DBC-4FD1-FA88-7833-F47EE4AF7AC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24077" y="1079797"/>
            <a:ext cx="1267369" cy="1529659"/>
          </a:xfrm>
          <a:prstGeom prst="rect">
            <a:avLst/>
          </a:prstGeom>
        </p:spPr>
      </p:pic>
      <p:sp>
        <p:nvSpPr>
          <p:cNvPr id="11" name="Title 1">
            <a:extLst>
              <a:ext uri="{FF2B5EF4-FFF2-40B4-BE49-F238E27FC236}">
                <a16:creationId xmlns:a16="http://schemas.microsoft.com/office/drawing/2014/main" id="{E98FD351-DCB3-5E67-700D-2531A16FD028}"/>
              </a:ext>
            </a:extLst>
          </p:cNvPr>
          <p:cNvSpPr>
            <a:spLocks noGrp="1"/>
          </p:cNvSpPr>
          <p:nvPr>
            <p:ph type="title"/>
          </p:nvPr>
        </p:nvSpPr>
        <p:spPr>
          <a:xfrm>
            <a:off x="224076" y="226010"/>
            <a:ext cx="10765337" cy="533401"/>
          </a:xfrm>
        </p:spPr>
        <p:txBody>
          <a:bodyPr/>
          <a:lstStyle/>
          <a:p>
            <a:r>
              <a:rPr lang="en-US" dirty="0"/>
              <a:t>Rishabh Tripathi, Associate Consultant</a:t>
            </a:r>
          </a:p>
        </p:txBody>
      </p:sp>
    </p:spTree>
    <p:extLst>
      <p:ext uri="{BB962C8B-B14F-4D97-AF65-F5344CB8AC3E}">
        <p14:creationId xmlns:p14="http://schemas.microsoft.com/office/powerpoint/2010/main" val="2977925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86F0-DDBB-1B13-E282-DD065C30838B}"/>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1385153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Wide"/>
  <p:tag name="KEYWORD" val="SCREENWIDE"/>
  <p:tag name="TEMPLATEVERSION" val="12/02/2016 22:29:40"/>
</p:tagLst>
</file>

<file path=ppt/tags/tag2.xml><?xml version="1.0" encoding="utf-8"?>
<p:tagLst xmlns:a="http://schemas.openxmlformats.org/drawingml/2006/main" xmlns:r="http://schemas.openxmlformats.org/officeDocument/2006/relationships" xmlns:p="http://schemas.openxmlformats.org/presentationml/2006/main">
  <p:tag name="ADV_TOP" val="519.9135"/>
  <p:tag name="ADV_LEFT" val="175.979"/>
  <p:tag name="ADV_HEIGHT" val="29.19685"/>
  <p:tag name="ADV_WIDTH" val="610.7717"/>
  <p:tag name="ADV_COPYRIGHT" val="TRUE"/>
</p:tagLst>
</file>

<file path=ppt/theme/theme1.xml><?xml version="1.0" encoding="utf-8"?>
<a:theme xmlns:a="http://schemas.openxmlformats.org/drawingml/2006/main" name="KPMG_Widescreen_16:9 02/02/2016">
  <a:themeElements>
    <a:clrScheme name="New KPMG Colours">
      <a:dk1>
        <a:srgbClr val="000000"/>
      </a:dk1>
      <a:lt1>
        <a:sysClr val="window" lastClr="FFFFFF"/>
      </a:lt1>
      <a:dk2>
        <a:srgbClr val="00338D"/>
      </a:dk2>
      <a:lt2>
        <a:srgbClr val="005EB8"/>
      </a:lt2>
      <a:accent1>
        <a:srgbClr val="0091DA"/>
      </a:accent1>
      <a:accent2>
        <a:srgbClr val="483698"/>
      </a:accent2>
      <a:accent3>
        <a:srgbClr val="470A68"/>
      </a:accent3>
      <a:accent4>
        <a:srgbClr val="6D2077"/>
      </a:accent4>
      <a:accent5>
        <a:srgbClr val="00A3A1"/>
      </a:accent5>
      <a:accent6>
        <a:srgbClr val="C6007E"/>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extLst>
    <a:ext uri="{05A4C25C-085E-4340-85A3-A5531E510DB2}">
      <thm15:themeFamily xmlns:thm15="http://schemas.microsoft.com/office/thememl/2012/main" name="KPMG Widescreen Standard Template.potx" id="{6913FBE4-5C9D-48D4-9B13-39B3B1FB023D}" vid="{6372ECA7-2E22-4698-9B67-7946B51B7E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E1E04C178E2143A6623C19AD70E47B" ma:contentTypeVersion="13" ma:contentTypeDescription="Create a new document." ma:contentTypeScope="" ma:versionID="a5f17b146996533e132c736eea7c834f">
  <xsd:schema xmlns:xsd="http://www.w3.org/2001/XMLSchema" xmlns:xs="http://www.w3.org/2001/XMLSchema" xmlns:p="http://schemas.microsoft.com/office/2006/metadata/properties" xmlns:ns3="0e795e1c-5248-4ec1-b601-7a39428f93c4" xmlns:ns4="61a260c3-bd5c-4574-859f-71217fd5614e" targetNamespace="http://schemas.microsoft.com/office/2006/metadata/properties" ma:root="true" ma:fieldsID="c7e0bf19d97be956df1ee331ccfe688e" ns3:_="" ns4:_="">
    <xsd:import namespace="0e795e1c-5248-4ec1-b601-7a39428f93c4"/>
    <xsd:import namespace="61a260c3-bd5c-4574-859f-71217fd5614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795e1c-5248-4ec1-b601-7a39428f93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a260c3-bd5c-4574-859f-71217fd5614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0F61E3-5C23-48AC-9594-BEAE0C0DD15E}">
  <ds:schemaRefs>
    <ds:schemaRef ds:uri="61a260c3-bd5c-4574-859f-71217fd5614e"/>
    <ds:schemaRef ds:uri="http://www.w3.org/XML/1998/namespac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0e795e1c-5248-4ec1-b601-7a39428f93c4"/>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5BD844EB-9293-4C3D-9DBA-8A2E9F7567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795e1c-5248-4ec1-b601-7a39428f93c4"/>
    <ds:schemaRef ds:uri="61a260c3-bd5c-4574-859f-71217fd561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18EDEA-DC0F-4651-B197-04444F9D32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KPMG Widescreen Standard Template</Template>
  <TotalTime>10550</TotalTime>
  <Words>596</Words>
  <Application>Microsoft Office PowerPoint</Application>
  <PresentationFormat>Widescreen</PresentationFormat>
  <Paragraphs>44</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KPMG Extralight</vt:lpstr>
      <vt:lpstr>Univers for KPMG</vt:lpstr>
      <vt:lpstr>Wingdings</vt:lpstr>
      <vt:lpstr>KPMG_Widescreen_16:9 02/02/2016</vt:lpstr>
      <vt:lpstr>Rishabh Tripathi, Associate Consultant</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Wide screen template</dc:title>
  <dc:creator>Beniwal, Bharat</dc:creator>
  <cp:lastModifiedBy>Tripathi, Rishabh</cp:lastModifiedBy>
  <cp:revision>991</cp:revision>
  <dcterms:created xsi:type="dcterms:W3CDTF">2017-06-08T09:06:12Z</dcterms:created>
  <dcterms:modified xsi:type="dcterms:W3CDTF">2023-11-22T18:14:14Z</dcterms:modified>
  <cp:category>KPMG Confidential</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0x010100F6E1E04C178E2143A6623C19AD70E47B</vt:lpwstr>
  </property>
</Properties>
</file>