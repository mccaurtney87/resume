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ags/tag2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6"/>
  </p:notesMasterIdLst>
  <p:sldIdLst>
    <p:sldId id="785" r:id="rId5"/>
  </p:sldIdLst>
  <p:sldSz cx="12192000" cy="6858000"/>
  <p:notesSz cx="6858000" cy="9144000"/>
  <p:custDataLst>
    <p:tags r:id="rId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7560" userDrawn="1">
          <p15:clr>
            <a:srgbClr val="A4A3A4"/>
          </p15:clr>
        </p15:guide>
        <p15:guide id="2" orient="horz" pos="768" userDrawn="1">
          <p15:clr>
            <a:srgbClr val="A4A3A4"/>
          </p15:clr>
        </p15:guide>
        <p15:guide id="3" orient="horz" pos="1848" userDrawn="1">
          <p15:clr>
            <a:srgbClr val="A4A3A4"/>
          </p15:clr>
        </p15:guide>
        <p15:guide id="4" pos="1584" userDrawn="1">
          <p15:clr>
            <a:srgbClr val="A4A3A4"/>
          </p15:clr>
        </p15:guide>
        <p15:guide id="5" pos="384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istrator" initials="A" lastIdx="7" clrIdx="0">
    <p:extLst>
      <p:ext uri="{19B8F6BF-5375-455C-9EA6-DF929625EA0E}">
        <p15:presenceInfo xmlns:p15="http://schemas.microsoft.com/office/powerpoint/2012/main" userId="Administrato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8D"/>
    <a:srgbClr val="252973"/>
    <a:srgbClr val="0091DA"/>
    <a:srgbClr val="0070C0"/>
    <a:srgbClr val="FFC000"/>
    <a:srgbClr val="92D050"/>
    <a:srgbClr val="A79E70"/>
    <a:srgbClr val="000000"/>
    <a:srgbClr val="002060"/>
    <a:srgbClr val="BFBF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24A36CB-6F62-4791-BF7B-0F43D129C2CB}" v="6" dt="2023-09-06T15:44:04.8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6710" autoAdjust="0"/>
    <p:restoredTop sz="94434" autoAdjust="0"/>
  </p:normalViewPr>
  <p:slideViewPr>
    <p:cSldViewPr snapToGrid="0" showGuides="1">
      <p:cViewPr varScale="1">
        <p:scale>
          <a:sx n="86" d="100"/>
          <a:sy n="86" d="100"/>
        </p:scale>
        <p:origin x="1032" y="-5"/>
      </p:cViewPr>
      <p:guideLst>
        <p:guide pos="7560"/>
        <p:guide orient="horz" pos="768"/>
        <p:guide orient="horz" pos="1848"/>
        <p:guide pos="1584"/>
        <p:guide pos="38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13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tags" Target="tags/tag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ripathi, Rishabh" userId="cfd79da9-aac0-444e-a4e2-aab20ab3edcd" providerId="ADAL" clId="{073F2D91-6EC8-44BA-9202-C15087CC0951}"/>
    <pc:docChg chg="custSel modSld">
      <pc:chgData name="Tripathi, Rishabh" userId="cfd79da9-aac0-444e-a4e2-aab20ab3edcd" providerId="ADAL" clId="{073F2D91-6EC8-44BA-9202-C15087CC0951}" dt="2022-05-10T12:08:14.435" v="390" actId="5793"/>
      <pc:docMkLst>
        <pc:docMk/>
      </pc:docMkLst>
      <pc:sldChg chg="modSp mod">
        <pc:chgData name="Tripathi, Rishabh" userId="cfd79da9-aac0-444e-a4e2-aab20ab3edcd" providerId="ADAL" clId="{073F2D91-6EC8-44BA-9202-C15087CC0951}" dt="2022-05-10T12:08:14.435" v="390" actId="5793"/>
        <pc:sldMkLst>
          <pc:docMk/>
          <pc:sldMk cId="2977925796" sldId="785"/>
        </pc:sldMkLst>
        <pc:spChg chg="mod">
          <ac:chgData name="Tripathi, Rishabh" userId="cfd79da9-aac0-444e-a4e2-aab20ab3edcd" providerId="ADAL" clId="{073F2D91-6EC8-44BA-9202-C15087CC0951}" dt="2022-05-10T12:08:14.435" v="390" actId="5793"/>
          <ac:spMkLst>
            <pc:docMk/>
            <pc:sldMk cId="2977925796" sldId="785"/>
            <ac:spMk id="18" creationId="{00000000-0000-0000-0000-000000000000}"/>
          </ac:spMkLst>
        </pc:spChg>
        <pc:spChg chg="mod">
          <ac:chgData name="Tripathi, Rishabh" userId="cfd79da9-aac0-444e-a4e2-aab20ab3edcd" providerId="ADAL" clId="{073F2D91-6EC8-44BA-9202-C15087CC0951}" dt="2022-05-10T12:02:23.337" v="224" actId="20577"/>
          <ac:spMkLst>
            <pc:docMk/>
            <pc:sldMk cId="2977925796" sldId="785"/>
            <ac:spMk id="19" creationId="{00000000-0000-0000-0000-000000000000}"/>
          </ac:spMkLst>
        </pc:spChg>
        <pc:picChg chg="mod">
          <ac:chgData name="Tripathi, Rishabh" userId="cfd79da9-aac0-444e-a4e2-aab20ab3edcd" providerId="ADAL" clId="{073F2D91-6EC8-44BA-9202-C15087CC0951}" dt="2022-05-10T12:07:54.427" v="387" actId="14100"/>
          <ac:picMkLst>
            <pc:docMk/>
            <pc:sldMk cId="2977925796" sldId="785"/>
            <ac:picMk id="8" creationId="{FD7E4F3C-EB18-4F50-B53A-DA5DB56EE375}"/>
          </ac:picMkLst>
        </pc:picChg>
      </pc:sldChg>
    </pc:docChg>
  </pc:docChgLst>
  <pc:docChgLst>
    <pc:chgData name="Tripathi, Rishabh" userId="cfd79da9-aac0-444e-a4e2-aab20ab3edcd" providerId="ADAL" clId="{B24A36CB-6F62-4791-BF7B-0F43D129C2CB}"/>
    <pc:docChg chg="undo custSel modSld">
      <pc:chgData name="Tripathi, Rishabh" userId="cfd79da9-aac0-444e-a4e2-aab20ab3edcd" providerId="ADAL" clId="{B24A36CB-6F62-4791-BF7B-0F43D129C2CB}" dt="2023-09-06T18:32:44.799" v="1007" actId="1076"/>
      <pc:docMkLst>
        <pc:docMk/>
      </pc:docMkLst>
      <pc:sldChg chg="addSp delSp modSp mod">
        <pc:chgData name="Tripathi, Rishabh" userId="cfd79da9-aac0-444e-a4e2-aab20ab3edcd" providerId="ADAL" clId="{B24A36CB-6F62-4791-BF7B-0F43D129C2CB}" dt="2023-09-06T18:32:44.799" v="1007" actId="1076"/>
        <pc:sldMkLst>
          <pc:docMk/>
          <pc:sldMk cId="2977925796" sldId="785"/>
        </pc:sldMkLst>
        <pc:spChg chg="del">
          <ac:chgData name="Tripathi, Rishabh" userId="cfd79da9-aac0-444e-a4e2-aab20ab3edcd" providerId="ADAL" clId="{B24A36CB-6F62-4791-BF7B-0F43D129C2CB}" dt="2023-09-06T06:06:59.585" v="0" actId="478"/>
          <ac:spMkLst>
            <pc:docMk/>
            <pc:sldMk cId="2977925796" sldId="785"/>
            <ac:spMk id="2" creationId="{00000000-0000-0000-0000-000000000000}"/>
          </ac:spMkLst>
        </pc:spChg>
        <pc:spChg chg="add del mod">
          <ac:chgData name="Tripathi, Rishabh" userId="cfd79da9-aac0-444e-a4e2-aab20ab3edcd" providerId="ADAL" clId="{B24A36CB-6F62-4791-BF7B-0F43D129C2CB}" dt="2023-09-06T06:08:44.612" v="13" actId="478"/>
          <ac:spMkLst>
            <pc:docMk/>
            <pc:sldMk cId="2977925796" sldId="785"/>
            <ac:spMk id="4" creationId="{9EDC4F71-C990-CEAB-ED4B-53F406D76D99}"/>
          </ac:spMkLst>
        </pc:spChg>
        <pc:spChg chg="add mod">
          <ac:chgData name="Tripathi, Rishabh" userId="cfd79da9-aac0-444e-a4e2-aab20ab3edcd" providerId="ADAL" clId="{B24A36CB-6F62-4791-BF7B-0F43D129C2CB}" dt="2023-09-06T16:17:28.185" v="899" actId="1076"/>
          <ac:spMkLst>
            <pc:docMk/>
            <pc:sldMk cId="2977925796" sldId="785"/>
            <ac:spMk id="5" creationId="{C8A82FA1-A640-6E7F-83D2-83BB764AE830}"/>
          </ac:spMkLst>
        </pc:spChg>
        <pc:spChg chg="add mod">
          <ac:chgData name="Tripathi, Rishabh" userId="cfd79da9-aac0-444e-a4e2-aab20ab3edcd" providerId="ADAL" clId="{B24A36CB-6F62-4791-BF7B-0F43D129C2CB}" dt="2023-09-06T18:31:00.305" v="1006" actId="14100"/>
          <ac:spMkLst>
            <pc:docMk/>
            <pc:sldMk cId="2977925796" sldId="785"/>
            <ac:spMk id="6" creationId="{F108E6DE-D731-EED2-F76C-32D5A2DB65DB}"/>
          </ac:spMkLst>
        </pc:spChg>
        <pc:spChg chg="add mod">
          <ac:chgData name="Tripathi, Rishabh" userId="cfd79da9-aac0-444e-a4e2-aab20ab3edcd" providerId="ADAL" clId="{B24A36CB-6F62-4791-BF7B-0F43D129C2CB}" dt="2023-09-06T16:17:38.860" v="901" actId="1076"/>
          <ac:spMkLst>
            <pc:docMk/>
            <pc:sldMk cId="2977925796" sldId="785"/>
            <ac:spMk id="7" creationId="{7F7705BC-BCC0-127B-19D6-EDA701B42130}"/>
          </ac:spMkLst>
        </pc:spChg>
        <pc:spChg chg="add mod">
          <ac:chgData name="Tripathi, Rishabh" userId="cfd79da9-aac0-444e-a4e2-aab20ab3edcd" providerId="ADAL" clId="{B24A36CB-6F62-4791-BF7B-0F43D129C2CB}" dt="2023-09-06T06:09:34.799" v="18" actId="1076"/>
          <ac:spMkLst>
            <pc:docMk/>
            <pc:sldMk cId="2977925796" sldId="785"/>
            <ac:spMk id="11" creationId="{E98FD351-DCB3-5E67-700D-2531A16FD028}"/>
          </ac:spMkLst>
        </pc:spChg>
        <pc:spChg chg="del">
          <ac:chgData name="Tripathi, Rishabh" userId="cfd79da9-aac0-444e-a4e2-aab20ab3edcd" providerId="ADAL" clId="{B24A36CB-6F62-4791-BF7B-0F43D129C2CB}" dt="2023-09-06T06:06:59.585" v="0" actId="478"/>
          <ac:spMkLst>
            <pc:docMk/>
            <pc:sldMk cId="2977925796" sldId="785"/>
            <ac:spMk id="12" creationId="{00000000-0000-0000-0000-000000000000}"/>
          </ac:spMkLst>
        </pc:spChg>
        <pc:spChg chg="del">
          <ac:chgData name="Tripathi, Rishabh" userId="cfd79da9-aac0-444e-a4e2-aab20ab3edcd" providerId="ADAL" clId="{B24A36CB-6F62-4791-BF7B-0F43D129C2CB}" dt="2023-09-06T06:06:59.585" v="0" actId="478"/>
          <ac:spMkLst>
            <pc:docMk/>
            <pc:sldMk cId="2977925796" sldId="785"/>
            <ac:spMk id="18" creationId="{00000000-0000-0000-0000-000000000000}"/>
          </ac:spMkLst>
        </pc:spChg>
        <pc:spChg chg="del">
          <ac:chgData name="Tripathi, Rishabh" userId="cfd79da9-aac0-444e-a4e2-aab20ab3edcd" providerId="ADAL" clId="{B24A36CB-6F62-4791-BF7B-0F43D129C2CB}" dt="2023-09-06T06:06:59.585" v="0" actId="478"/>
          <ac:spMkLst>
            <pc:docMk/>
            <pc:sldMk cId="2977925796" sldId="785"/>
            <ac:spMk id="19" creationId="{00000000-0000-0000-0000-000000000000}"/>
          </ac:spMkLst>
        </pc:spChg>
        <pc:spChg chg="del">
          <ac:chgData name="Tripathi, Rishabh" userId="cfd79da9-aac0-444e-a4e2-aab20ab3edcd" providerId="ADAL" clId="{B24A36CB-6F62-4791-BF7B-0F43D129C2CB}" dt="2023-09-06T06:06:59.585" v="0" actId="478"/>
          <ac:spMkLst>
            <pc:docMk/>
            <pc:sldMk cId="2977925796" sldId="785"/>
            <ac:spMk id="86" creationId="{00000000-0000-0000-0000-000000000000}"/>
          </ac:spMkLst>
        </pc:spChg>
        <pc:picChg chg="del">
          <ac:chgData name="Tripathi, Rishabh" userId="cfd79da9-aac0-444e-a4e2-aab20ab3edcd" providerId="ADAL" clId="{B24A36CB-6F62-4791-BF7B-0F43D129C2CB}" dt="2023-09-06T06:06:59.585" v="0" actId="478"/>
          <ac:picMkLst>
            <pc:docMk/>
            <pc:sldMk cId="2977925796" sldId="785"/>
            <ac:picMk id="8" creationId="{FD7E4F3C-EB18-4F50-B53A-DA5DB56EE375}"/>
          </ac:picMkLst>
        </pc:picChg>
        <pc:picChg chg="add mod">
          <ac:chgData name="Tripathi, Rishabh" userId="cfd79da9-aac0-444e-a4e2-aab20ab3edcd" providerId="ADAL" clId="{B24A36CB-6F62-4791-BF7B-0F43D129C2CB}" dt="2023-09-06T18:32:44.799" v="1007" actId="1076"/>
          <ac:picMkLst>
            <pc:docMk/>
            <pc:sldMk cId="2977925796" sldId="785"/>
            <ac:picMk id="9" creationId="{BDC25DBC-4FD1-FA88-7833-F47EE4AF7ACA}"/>
          </ac:picMkLst>
        </pc:picChg>
        <pc:picChg chg="add del mod">
          <ac:chgData name="Tripathi, Rishabh" userId="cfd79da9-aac0-444e-a4e2-aab20ab3edcd" providerId="ADAL" clId="{B24A36CB-6F62-4791-BF7B-0F43D129C2CB}" dt="2023-09-06T06:09:18.650" v="15"/>
          <ac:picMkLst>
            <pc:docMk/>
            <pc:sldMk cId="2977925796" sldId="785"/>
            <ac:picMk id="10" creationId="{50B2815D-1F3E-3D77-9D36-62B9BE90B04D}"/>
          </ac:picMkLst>
        </pc:picChg>
      </pc:sldChg>
    </pc:docChg>
  </pc:docChgLst>
  <pc:docChgLst>
    <pc:chgData name="Tripathi, Rishabh" userId="cfd79da9-aac0-444e-a4e2-aab20ab3edcd" providerId="ADAL" clId="{FAC2D39A-3725-416A-8CEE-B36825622C39}"/>
    <pc:docChg chg="undo custSel modSld">
      <pc:chgData name="Tripathi, Rishabh" userId="cfd79da9-aac0-444e-a4e2-aab20ab3edcd" providerId="ADAL" clId="{FAC2D39A-3725-416A-8CEE-B36825622C39}" dt="2022-02-07T05:51:58.768" v="2344" actId="20577"/>
      <pc:docMkLst>
        <pc:docMk/>
      </pc:docMkLst>
      <pc:sldChg chg="modSp mod">
        <pc:chgData name="Tripathi, Rishabh" userId="cfd79da9-aac0-444e-a4e2-aab20ab3edcd" providerId="ADAL" clId="{FAC2D39A-3725-416A-8CEE-B36825622C39}" dt="2022-02-07T05:51:58.768" v="2344" actId="20577"/>
        <pc:sldMkLst>
          <pc:docMk/>
          <pc:sldMk cId="2977925796" sldId="785"/>
        </pc:sldMkLst>
        <pc:spChg chg="mod">
          <ac:chgData name="Tripathi, Rishabh" userId="cfd79da9-aac0-444e-a4e2-aab20ab3edcd" providerId="ADAL" clId="{FAC2D39A-3725-416A-8CEE-B36825622C39}" dt="2022-02-07T05:51:58.768" v="2344" actId="20577"/>
          <ac:spMkLst>
            <pc:docMk/>
            <pc:sldMk cId="2977925796" sldId="785"/>
            <ac:spMk id="18" creationId="{00000000-0000-0000-0000-000000000000}"/>
          </ac:spMkLst>
        </pc:spChg>
        <pc:spChg chg="mod">
          <ac:chgData name="Tripathi, Rishabh" userId="cfd79da9-aac0-444e-a4e2-aab20ab3edcd" providerId="ADAL" clId="{FAC2D39A-3725-416A-8CEE-B36825622C39}" dt="2022-02-07T05:50:19.315" v="2266" actId="14100"/>
          <ac:spMkLst>
            <pc:docMk/>
            <pc:sldMk cId="2977925796" sldId="785"/>
            <ac:spMk id="19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3C982ACC-9C2C-43E6-BDA1-4B43F10D0D7C}" type="datetimeFigureOut">
              <a:rPr lang="en-US" smtClean="0"/>
              <a:pPr/>
              <a:t>9/7/2023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522E86C6-97C6-4628-9053-7D683D5EBD8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11422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BFA16D-6B25-4E0C-ABC3-2B431EF290A3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5148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3"/>
          <p:cNvSpPr/>
          <p:nvPr userDrawn="1"/>
        </p:nvSpPr>
        <p:spPr>
          <a:xfrm>
            <a:off x="0" y="0"/>
            <a:ext cx="1219200" cy="6858000"/>
          </a:xfrm>
          <a:custGeom>
            <a:avLst/>
            <a:gdLst/>
            <a:ahLst/>
            <a:cxnLst/>
            <a:rect l="l" t="t" r="r" b="b"/>
            <a:pathLst>
              <a:path w="1742046" h="7772400">
                <a:moveTo>
                  <a:pt x="0" y="7772400"/>
                </a:moveTo>
                <a:lnTo>
                  <a:pt x="1742046" y="7772400"/>
                </a:lnTo>
                <a:lnTo>
                  <a:pt x="1742046" y="0"/>
                </a:lnTo>
                <a:lnTo>
                  <a:pt x="0" y="0"/>
                </a:lnTo>
                <a:lnTo>
                  <a:pt x="0" y="7772400"/>
                </a:lnTo>
                <a:close/>
              </a:path>
            </a:pathLst>
          </a:custGeom>
          <a:solidFill>
            <a:srgbClr val="00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457200"/>
            <a:endParaRPr sz="1800" dirty="0">
              <a:solidFill>
                <a:schemeClr val="lt1"/>
              </a:solidFill>
              <a:latin typeface="KPMG Extralight" panose="020B0303030202040204" pitchFamily="34" charset="0"/>
              <a:cs typeface="KPMG Light"/>
            </a:endParaRPr>
          </a:p>
        </p:txBody>
      </p:sp>
      <p:sp>
        <p:nvSpPr>
          <p:cNvPr id="10" name="object 3"/>
          <p:cNvSpPr/>
          <p:nvPr userDrawn="1"/>
        </p:nvSpPr>
        <p:spPr>
          <a:xfrm>
            <a:off x="1219200" y="0"/>
            <a:ext cx="10972800" cy="6858000"/>
          </a:xfrm>
          <a:custGeom>
            <a:avLst/>
            <a:gdLst/>
            <a:ahLst/>
            <a:cxnLst/>
            <a:rect l="l" t="t" r="r" b="b"/>
            <a:pathLst>
              <a:path w="1742046" h="7772400">
                <a:moveTo>
                  <a:pt x="0" y="7772400"/>
                </a:moveTo>
                <a:lnTo>
                  <a:pt x="1742046" y="7772400"/>
                </a:lnTo>
                <a:lnTo>
                  <a:pt x="1742046" y="0"/>
                </a:lnTo>
                <a:lnTo>
                  <a:pt x="0" y="0"/>
                </a:lnTo>
                <a:lnTo>
                  <a:pt x="0" y="7772400"/>
                </a:lnTo>
                <a:close/>
              </a:path>
            </a:pathLst>
          </a:custGeom>
          <a:solidFill>
            <a:srgbClr val="470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457200"/>
            <a:endParaRPr sz="1800" dirty="0">
              <a:solidFill>
                <a:schemeClr val="lt1"/>
              </a:solidFill>
              <a:latin typeface="KPMG Extralight" panose="020B0303030202040204" pitchFamily="34" charset="0"/>
              <a:cs typeface="KPMG Light"/>
            </a:endParaRPr>
          </a:p>
        </p:txBody>
      </p:sp>
      <p:sp>
        <p:nvSpPr>
          <p:cNvPr id="18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838200" y="3535216"/>
            <a:ext cx="5313136" cy="672353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spcBef>
                <a:spcPts val="280"/>
              </a:spcBef>
              <a:spcAft>
                <a:spcPts val="0"/>
              </a:spcAft>
              <a:buNone/>
              <a:defRPr sz="1600" b="0">
                <a:solidFill>
                  <a:srgbClr val="00338D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 dirty="0"/>
              <a:t>Subtitle here</a:t>
            </a:r>
          </a:p>
        </p:txBody>
      </p:sp>
      <p:sp>
        <p:nvSpPr>
          <p:cNvPr id="19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5508479"/>
            <a:ext cx="5313136" cy="134031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spcBef>
                <a:spcPts val="280"/>
              </a:spcBef>
              <a:spcAft>
                <a:spcPts val="0"/>
              </a:spcAft>
              <a:buNone/>
              <a:defRPr sz="1100" b="0">
                <a:solidFill>
                  <a:srgbClr val="00338D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 dirty="0"/>
              <a:t>Presenter Name</a:t>
            </a:r>
          </a:p>
        </p:txBody>
      </p:sp>
      <p:sp>
        <p:nvSpPr>
          <p:cNvPr id="22" name="Title 13"/>
          <p:cNvSpPr>
            <a:spLocks noGrp="1"/>
          </p:cNvSpPr>
          <p:nvPr>
            <p:ph type="title" hasCustomPrompt="1"/>
          </p:nvPr>
        </p:nvSpPr>
        <p:spPr>
          <a:xfrm>
            <a:off x="838201" y="1455425"/>
            <a:ext cx="9850663" cy="1867673"/>
          </a:xfrm>
          <a:prstGeom prst="rect">
            <a:avLst/>
          </a:prstGeom>
        </p:spPr>
        <p:txBody>
          <a:bodyPr lIns="0" tIns="0" rIns="0" bIns="0"/>
          <a:lstStyle>
            <a:lvl1pPr algn="l" defTabSz="914400" rtl="0" eaLnBrk="1" latinLnBrk="0" hangingPunct="1">
              <a:lnSpc>
                <a:spcPct val="70000"/>
              </a:lnSpc>
              <a:spcBef>
                <a:spcPct val="0"/>
              </a:spcBef>
              <a:buNone/>
              <a:defRPr lang="en-US" sz="8400" b="0" kern="1200" baseline="0" dirty="0">
                <a:solidFill>
                  <a:srgbClr val="00338D"/>
                </a:solidFill>
                <a:latin typeface="KPMG Extralight" panose="020B0303030202040204" pitchFamily="34" charset="0"/>
                <a:ea typeface="+mj-ea"/>
                <a:cs typeface="+mj-cs"/>
              </a:defRPr>
            </a:lvl1pPr>
          </a:lstStyle>
          <a:p>
            <a:r>
              <a:rPr lang="en-US" dirty="0"/>
              <a:t>Click to Cover slide sentence case 84pt</a:t>
            </a:r>
          </a:p>
        </p:txBody>
      </p:sp>
      <p:sp>
        <p:nvSpPr>
          <p:cNvPr id="52" name="Text Placeholder 6"/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5960343"/>
            <a:ext cx="5313136" cy="134031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spcBef>
                <a:spcPts val="280"/>
              </a:spcBef>
              <a:spcAft>
                <a:spcPts val="0"/>
              </a:spcAft>
              <a:buNone/>
              <a:defRPr sz="1100" b="0">
                <a:solidFill>
                  <a:srgbClr val="00338D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 dirty="0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33806772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 6 - No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3"/>
          <p:cNvSpPr/>
          <p:nvPr userDrawn="1"/>
        </p:nvSpPr>
        <p:spPr>
          <a:xfrm>
            <a:off x="0" y="1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742046" h="7772400">
                <a:moveTo>
                  <a:pt x="0" y="7772400"/>
                </a:moveTo>
                <a:lnTo>
                  <a:pt x="1742046" y="7772400"/>
                </a:lnTo>
                <a:lnTo>
                  <a:pt x="1742046" y="0"/>
                </a:lnTo>
                <a:lnTo>
                  <a:pt x="0" y="0"/>
                </a:lnTo>
                <a:lnTo>
                  <a:pt x="0" y="7772400"/>
                </a:lnTo>
                <a:close/>
              </a:path>
            </a:pathLst>
          </a:custGeom>
          <a:solidFill>
            <a:srgbClr val="0091DA"/>
          </a:solidFill>
        </p:spPr>
        <p:txBody>
          <a:bodyPr wrap="square" lIns="0" tIns="0" rIns="0" bIns="0" rtlCol="0">
            <a:noAutofit/>
          </a:bodyPr>
          <a:lstStyle/>
          <a:p>
            <a:endParaRPr sz="1800" dirty="0">
              <a:latin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881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249" b="15178"/>
          <a:stretch/>
        </p:blipFill>
        <p:spPr>
          <a:xfrm flipH="1">
            <a:off x="0" y="1"/>
            <a:ext cx="12192000" cy="1036319"/>
          </a:xfrm>
          <a:prstGeom prst="rect">
            <a:avLst/>
          </a:prstGeom>
        </p:spPr>
      </p:pic>
      <p:sp>
        <p:nvSpPr>
          <p:cNvPr id="40" name="Freeform 19"/>
          <p:cNvSpPr>
            <a:spLocks noEditPoints="1"/>
          </p:cNvSpPr>
          <p:nvPr userDrawn="1"/>
        </p:nvSpPr>
        <p:spPr bwMode="auto">
          <a:xfrm>
            <a:off x="428263" y="6472275"/>
            <a:ext cx="484029" cy="196893"/>
          </a:xfrm>
          <a:custGeom>
            <a:avLst/>
            <a:gdLst>
              <a:gd name="T0" fmla="*/ 269 w 283"/>
              <a:gd name="T1" fmla="*/ 77 h 114"/>
              <a:gd name="T2" fmla="*/ 222 w 283"/>
              <a:gd name="T3" fmla="*/ 87 h 114"/>
              <a:gd name="T4" fmla="*/ 244 w 283"/>
              <a:gd name="T5" fmla="*/ 60 h 114"/>
              <a:gd name="T6" fmla="*/ 269 w 283"/>
              <a:gd name="T7" fmla="*/ 56 h 114"/>
              <a:gd name="T8" fmla="*/ 222 w 283"/>
              <a:gd name="T9" fmla="*/ 2 h 114"/>
              <a:gd name="T10" fmla="*/ 281 w 283"/>
              <a:gd name="T11" fmla="*/ 87 h 114"/>
              <a:gd name="T12" fmla="*/ 222 w 283"/>
              <a:gd name="T13" fmla="*/ 89 h 114"/>
              <a:gd name="T14" fmla="*/ 246 w 283"/>
              <a:gd name="T15" fmla="*/ 101 h 114"/>
              <a:gd name="T16" fmla="*/ 205 w 283"/>
              <a:gd name="T17" fmla="*/ 82 h 114"/>
              <a:gd name="T18" fmla="*/ 203 w 283"/>
              <a:gd name="T19" fmla="*/ 52 h 114"/>
              <a:gd name="T20" fmla="*/ 154 w 283"/>
              <a:gd name="T21" fmla="*/ 87 h 114"/>
              <a:gd name="T22" fmla="*/ 213 w 283"/>
              <a:gd name="T23" fmla="*/ 53 h 114"/>
              <a:gd name="T24" fmla="*/ 171 w 283"/>
              <a:gd name="T25" fmla="*/ 87 h 114"/>
              <a:gd name="T26" fmla="*/ 180 w 283"/>
              <a:gd name="T27" fmla="*/ 87 h 114"/>
              <a:gd name="T28" fmla="*/ 120 w 283"/>
              <a:gd name="T29" fmla="*/ 87 h 114"/>
              <a:gd name="T30" fmla="*/ 117 w 283"/>
              <a:gd name="T31" fmla="*/ 56 h 114"/>
              <a:gd name="T32" fmla="*/ 86 w 283"/>
              <a:gd name="T33" fmla="*/ 2 h 114"/>
              <a:gd name="T34" fmla="*/ 145 w 283"/>
              <a:gd name="T35" fmla="*/ 52 h 114"/>
              <a:gd name="T36" fmla="*/ 142 w 283"/>
              <a:gd name="T37" fmla="*/ 87 h 114"/>
              <a:gd name="T38" fmla="*/ 93 w 283"/>
              <a:gd name="T39" fmla="*/ 79 h 114"/>
              <a:gd name="T40" fmla="*/ 89 w 283"/>
              <a:gd name="T41" fmla="*/ 79 h 114"/>
              <a:gd name="T42" fmla="*/ 87 w 283"/>
              <a:gd name="T43" fmla="*/ 69 h 114"/>
              <a:gd name="T44" fmla="*/ 95 w 283"/>
              <a:gd name="T45" fmla="*/ 62 h 114"/>
              <a:gd name="T46" fmla="*/ 93 w 283"/>
              <a:gd name="T47" fmla="*/ 79 h 114"/>
              <a:gd name="T48" fmla="*/ 67 w 283"/>
              <a:gd name="T49" fmla="*/ 86 h 114"/>
              <a:gd name="T50" fmla="*/ 37 w 283"/>
              <a:gd name="T51" fmla="*/ 82 h 114"/>
              <a:gd name="T52" fmla="*/ 25 w 283"/>
              <a:gd name="T53" fmla="*/ 77 h 114"/>
              <a:gd name="T54" fmla="*/ 18 w 283"/>
              <a:gd name="T55" fmla="*/ 2 h 114"/>
              <a:gd name="T56" fmla="*/ 76 w 283"/>
              <a:gd name="T57" fmla="*/ 55 h 114"/>
              <a:gd name="T58" fmla="*/ 22 w 283"/>
              <a:gd name="T59" fmla="*/ 87 h 114"/>
              <a:gd name="T60" fmla="*/ 220 w 283"/>
              <a:gd name="T61" fmla="*/ 0 h 114"/>
              <a:gd name="T62" fmla="*/ 215 w 283"/>
              <a:gd name="T63" fmla="*/ 0 h 114"/>
              <a:gd name="T64" fmla="*/ 147 w 283"/>
              <a:gd name="T65" fmla="*/ 52 h 114"/>
              <a:gd name="T66" fmla="*/ 84 w 283"/>
              <a:gd name="T67" fmla="*/ 52 h 114"/>
              <a:gd name="T68" fmla="*/ 16 w 283"/>
              <a:gd name="T69" fmla="*/ 0 h 114"/>
              <a:gd name="T70" fmla="*/ 14 w 283"/>
              <a:gd name="T71" fmla="*/ 113 h 114"/>
              <a:gd name="T72" fmla="*/ 35 w 283"/>
              <a:gd name="T73" fmla="*/ 113 h 114"/>
              <a:gd name="T74" fmla="*/ 66 w 283"/>
              <a:gd name="T75" fmla="*/ 89 h 114"/>
              <a:gd name="T76" fmla="*/ 81 w 283"/>
              <a:gd name="T77" fmla="*/ 89 h 114"/>
              <a:gd name="T78" fmla="*/ 90 w 283"/>
              <a:gd name="T79" fmla="*/ 89 h 114"/>
              <a:gd name="T80" fmla="*/ 112 w 283"/>
              <a:gd name="T81" fmla="*/ 113 h 114"/>
              <a:gd name="T82" fmla="*/ 142 w 283"/>
              <a:gd name="T83" fmla="*/ 89 h 114"/>
              <a:gd name="T84" fmla="*/ 170 w 283"/>
              <a:gd name="T85" fmla="*/ 89 h 114"/>
              <a:gd name="T86" fmla="*/ 190 w 283"/>
              <a:gd name="T87" fmla="*/ 113 h 114"/>
              <a:gd name="T88" fmla="*/ 210 w 283"/>
              <a:gd name="T89" fmla="*/ 108 h 114"/>
              <a:gd name="T90" fmla="*/ 266 w 283"/>
              <a:gd name="T91" fmla="*/ 89 h 114"/>
              <a:gd name="T92" fmla="*/ 220 w 283"/>
              <a:gd name="T93" fmla="*/ 0 h 1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283" h="114">
                <a:moveTo>
                  <a:pt x="281" y="87"/>
                </a:moveTo>
                <a:cubicBezTo>
                  <a:pt x="266" y="87"/>
                  <a:pt x="266" y="87"/>
                  <a:pt x="266" y="87"/>
                </a:cubicBezTo>
                <a:cubicBezTo>
                  <a:pt x="269" y="77"/>
                  <a:pt x="269" y="77"/>
                  <a:pt x="269" y="77"/>
                </a:cubicBezTo>
                <a:cubicBezTo>
                  <a:pt x="239" y="77"/>
                  <a:pt x="239" y="77"/>
                  <a:pt x="239" y="77"/>
                </a:cubicBezTo>
                <a:cubicBezTo>
                  <a:pt x="237" y="87"/>
                  <a:pt x="237" y="87"/>
                  <a:pt x="237" y="87"/>
                </a:cubicBezTo>
                <a:cubicBezTo>
                  <a:pt x="222" y="87"/>
                  <a:pt x="222" y="87"/>
                  <a:pt x="222" y="87"/>
                </a:cubicBezTo>
                <a:cubicBezTo>
                  <a:pt x="222" y="85"/>
                  <a:pt x="222" y="85"/>
                  <a:pt x="222" y="85"/>
                </a:cubicBezTo>
                <a:cubicBezTo>
                  <a:pt x="223" y="84"/>
                  <a:pt x="223" y="83"/>
                  <a:pt x="223" y="81"/>
                </a:cubicBezTo>
                <a:cubicBezTo>
                  <a:pt x="226" y="71"/>
                  <a:pt x="233" y="60"/>
                  <a:pt x="244" y="60"/>
                </a:cubicBezTo>
                <a:cubicBezTo>
                  <a:pt x="249" y="60"/>
                  <a:pt x="254" y="62"/>
                  <a:pt x="253" y="69"/>
                </a:cubicBezTo>
                <a:cubicBezTo>
                  <a:pt x="271" y="69"/>
                  <a:pt x="271" y="69"/>
                  <a:pt x="271" y="69"/>
                </a:cubicBezTo>
                <a:cubicBezTo>
                  <a:pt x="272" y="66"/>
                  <a:pt x="273" y="61"/>
                  <a:pt x="269" y="56"/>
                </a:cubicBezTo>
                <a:cubicBezTo>
                  <a:pt x="266" y="51"/>
                  <a:pt x="258" y="48"/>
                  <a:pt x="248" y="48"/>
                </a:cubicBezTo>
                <a:cubicBezTo>
                  <a:pt x="241" y="48"/>
                  <a:pt x="231" y="50"/>
                  <a:pt x="222" y="55"/>
                </a:cubicBezTo>
                <a:cubicBezTo>
                  <a:pt x="222" y="2"/>
                  <a:pt x="222" y="2"/>
                  <a:pt x="222" y="2"/>
                </a:cubicBezTo>
                <a:cubicBezTo>
                  <a:pt x="281" y="2"/>
                  <a:pt x="281" y="2"/>
                  <a:pt x="281" y="2"/>
                </a:cubicBezTo>
                <a:cubicBezTo>
                  <a:pt x="281" y="87"/>
                  <a:pt x="281" y="87"/>
                  <a:pt x="281" y="87"/>
                </a:cubicBezTo>
                <a:cubicBezTo>
                  <a:pt x="281" y="87"/>
                  <a:pt x="281" y="87"/>
                  <a:pt x="281" y="87"/>
                </a:cubicBezTo>
                <a:close/>
                <a:moveTo>
                  <a:pt x="246" y="101"/>
                </a:moveTo>
                <a:cubicBezTo>
                  <a:pt x="243" y="102"/>
                  <a:pt x="240" y="102"/>
                  <a:pt x="237" y="102"/>
                </a:cubicBezTo>
                <a:cubicBezTo>
                  <a:pt x="228" y="102"/>
                  <a:pt x="222" y="98"/>
                  <a:pt x="222" y="89"/>
                </a:cubicBezTo>
                <a:cubicBezTo>
                  <a:pt x="249" y="89"/>
                  <a:pt x="249" y="89"/>
                  <a:pt x="249" y="89"/>
                </a:cubicBezTo>
                <a:cubicBezTo>
                  <a:pt x="246" y="101"/>
                  <a:pt x="246" y="101"/>
                  <a:pt x="246" y="101"/>
                </a:cubicBezTo>
                <a:cubicBezTo>
                  <a:pt x="246" y="101"/>
                  <a:pt x="246" y="101"/>
                  <a:pt x="246" y="101"/>
                </a:cubicBezTo>
                <a:close/>
                <a:moveTo>
                  <a:pt x="213" y="53"/>
                </a:moveTo>
                <a:cubicBezTo>
                  <a:pt x="213" y="65"/>
                  <a:pt x="213" y="65"/>
                  <a:pt x="213" y="65"/>
                </a:cubicBezTo>
                <a:cubicBezTo>
                  <a:pt x="209" y="71"/>
                  <a:pt x="206" y="77"/>
                  <a:pt x="205" y="82"/>
                </a:cubicBezTo>
                <a:cubicBezTo>
                  <a:pt x="204" y="83"/>
                  <a:pt x="204" y="85"/>
                  <a:pt x="204" y="87"/>
                </a:cubicBezTo>
                <a:cubicBezTo>
                  <a:pt x="195" y="87"/>
                  <a:pt x="195" y="87"/>
                  <a:pt x="195" y="87"/>
                </a:cubicBezTo>
                <a:cubicBezTo>
                  <a:pt x="203" y="52"/>
                  <a:pt x="203" y="52"/>
                  <a:pt x="203" y="52"/>
                </a:cubicBezTo>
                <a:cubicBezTo>
                  <a:pt x="178" y="52"/>
                  <a:pt x="178" y="52"/>
                  <a:pt x="178" y="52"/>
                </a:cubicBezTo>
                <a:cubicBezTo>
                  <a:pt x="156" y="87"/>
                  <a:pt x="156" y="87"/>
                  <a:pt x="156" y="87"/>
                </a:cubicBezTo>
                <a:cubicBezTo>
                  <a:pt x="154" y="87"/>
                  <a:pt x="154" y="87"/>
                  <a:pt x="154" y="87"/>
                </a:cubicBezTo>
                <a:cubicBezTo>
                  <a:pt x="154" y="2"/>
                  <a:pt x="154" y="2"/>
                  <a:pt x="154" y="2"/>
                </a:cubicBezTo>
                <a:cubicBezTo>
                  <a:pt x="213" y="2"/>
                  <a:pt x="213" y="2"/>
                  <a:pt x="213" y="2"/>
                </a:cubicBezTo>
                <a:cubicBezTo>
                  <a:pt x="213" y="53"/>
                  <a:pt x="213" y="53"/>
                  <a:pt x="213" y="53"/>
                </a:cubicBezTo>
                <a:cubicBezTo>
                  <a:pt x="213" y="53"/>
                  <a:pt x="213" y="53"/>
                  <a:pt x="213" y="53"/>
                </a:cubicBezTo>
                <a:close/>
                <a:moveTo>
                  <a:pt x="180" y="87"/>
                </a:moveTo>
                <a:cubicBezTo>
                  <a:pt x="171" y="87"/>
                  <a:pt x="171" y="87"/>
                  <a:pt x="171" y="87"/>
                </a:cubicBezTo>
                <a:cubicBezTo>
                  <a:pt x="185" y="66"/>
                  <a:pt x="185" y="66"/>
                  <a:pt x="185" y="66"/>
                </a:cubicBezTo>
                <a:cubicBezTo>
                  <a:pt x="180" y="87"/>
                  <a:pt x="180" y="87"/>
                  <a:pt x="180" y="87"/>
                </a:cubicBezTo>
                <a:cubicBezTo>
                  <a:pt x="180" y="87"/>
                  <a:pt x="180" y="87"/>
                  <a:pt x="180" y="87"/>
                </a:cubicBezTo>
                <a:close/>
                <a:moveTo>
                  <a:pt x="145" y="52"/>
                </a:moveTo>
                <a:cubicBezTo>
                  <a:pt x="130" y="52"/>
                  <a:pt x="130" y="52"/>
                  <a:pt x="130" y="52"/>
                </a:cubicBezTo>
                <a:cubicBezTo>
                  <a:pt x="120" y="87"/>
                  <a:pt x="120" y="87"/>
                  <a:pt x="120" y="87"/>
                </a:cubicBezTo>
                <a:cubicBezTo>
                  <a:pt x="104" y="87"/>
                  <a:pt x="104" y="87"/>
                  <a:pt x="104" y="87"/>
                </a:cubicBezTo>
                <a:cubicBezTo>
                  <a:pt x="112" y="84"/>
                  <a:pt x="117" y="78"/>
                  <a:pt x="119" y="70"/>
                </a:cubicBezTo>
                <a:cubicBezTo>
                  <a:pt x="120" y="64"/>
                  <a:pt x="119" y="59"/>
                  <a:pt x="117" y="56"/>
                </a:cubicBezTo>
                <a:cubicBezTo>
                  <a:pt x="113" y="51"/>
                  <a:pt x="105" y="52"/>
                  <a:pt x="98" y="52"/>
                </a:cubicBezTo>
                <a:cubicBezTo>
                  <a:pt x="97" y="52"/>
                  <a:pt x="86" y="52"/>
                  <a:pt x="86" y="52"/>
                </a:cubicBezTo>
                <a:cubicBezTo>
                  <a:pt x="86" y="2"/>
                  <a:pt x="86" y="2"/>
                  <a:pt x="86" y="2"/>
                </a:cubicBezTo>
                <a:cubicBezTo>
                  <a:pt x="145" y="2"/>
                  <a:pt x="145" y="2"/>
                  <a:pt x="145" y="2"/>
                </a:cubicBezTo>
                <a:cubicBezTo>
                  <a:pt x="145" y="52"/>
                  <a:pt x="145" y="52"/>
                  <a:pt x="145" y="52"/>
                </a:cubicBezTo>
                <a:cubicBezTo>
                  <a:pt x="145" y="52"/>
                  <a:pt x="145" y="52"/>
                  <a:pt x="145" y="52"/>
                </a:cubicBezTo>
                <a:close/>
                <a:moveTo>
                  <a:pt x="135" y="87"/>
                </a:moveTo>
                <a:cubicBezTo>
                  <a:pt x="141" y="65"/>
                  <a:pt x="141" y="65"/>
                  <a:pt x="141" y="65"/>
                </a:cubicBezTo>
                <a:cubicBezTo>
                  <a:pt x="142" y="87"/>
                  <a:pt x="142" y="87"/>
                  <a:pt x="142" y="87"/>
                </a:cubicBezTo>
                <a:cubicBezTo>
                  <a:pt x="135" y="87"/>
                  <a:pt x="135" y="87"/>
                  <a:pt x="135" y="87"/>
                </a:cubicBezTo>
                <a:cubicBezTo>
                  <a:pt x="135" y="87"/>
                  <a:pt x="135" y="87"/>
                  <a:pt x="135" y="87"/>
                </a:cubicBezTo>
                <a:close/>
                <a:moveTo>
                  <a:pt x="93" y="79"/>
                </a:moveTo>
                <a:cubicBezTo>
                  <a:pt x="93" y="79"/>
                  <a:pt x="93" y="79"/>
                  <a:pt x="93" y="79"/>
                </a:cubicBezTo>
                <a:cubicBezTo>
                  <a:pt x="92" y="79"/>
                  <a:pt x="91" y="79"/>
                  <a:pt x="91" y="79"/>
                </a:cubicBezTo>
                <a:cubicBezTo>
                  <a:pt x="90" y="79"/>
                  <a:pt x="89" y="79"/>
                  <a:pt x="89" y="79"/>
                </a:cubicBezTo>
                <a:cubicBezTo>
                  <a:pt x="85" y="79"/>
                  <a:pt x="85" y="79"/>
                  <a:pt x="85" y="79"/>
                </a:cubicBezTo>
                <a:cubicBezTo>
                  <a:pt x="87" y="72"/>
                  <a:pt x="87" y="72"/>
                  <a:pt x="87" y="72"/>
                </a:cubicBezTo>
                <a:cubicBezTo>
                  <a:pt x="87" y="69"/>
                  <a:pt x="87" y="69"/>
                  <a:pt x="87" y="69"/>
                </a:cubicBezTo>
                <a:cubicBezTo>
                  <a:pt x="89" y="62"/>
                  <a:pt x="89" y="62"/>
                  <a:pt x="89" y="62"/>
                </a:cubicBezTo>
                <a:cubicBezTo>
                  <a:pt x="90" y="62"/>
                  <a:pt x="91" y="62"/>
                  <a:pt x="92" y="62"/>
                </a:cubicBezTo>
                <a:cubicBezTo>
                  <a:pt x="95" y="62"/>
                  <a:pt x="95" y="62"/>
                  <a:pt x="95" y="62"/>
                </a:cubicBezTo>
                <a:cubicBezTo>
                  <a:pt x="100" y="62"/>
                  <a:pt x="103" y="62"/>
                  <a:pt x="104" y="63"/>
                </a:cubicBezTo>
                <a:cubicBezTo>
                  <a:pt x="105" y="65"/>
                  <a:pt x="105" y="67"/>
                  <a:pt x="104" y="70"/>
                </a:cubicBezTo>
                <a:cubicBezTo>
                  <a:pt x="102" y="75"/>
                  <a:pt x="100" y="78"/>
                  <a:pt x="93" y="79"/>
                </a:cubicBezTo>
                <a:moveTo>
                  <a:pt x="76" y="55"/>
                </a:moveTo>
                <a:cubicBezTo>
                  <a:pt x="75" y="58"/>
                  <a:pt x="75" y="58"/>
                  <a:pt x="75" y="58"/>
                </a:cubicBezTo>
                <a:cubicBezTo>
                  <a:pt x="67" y="86"/>
                  <a:pt x="67" y="86"/>
                  <a:pt x="67" y="86"/>
                </a:cubicBezTo>
                <a:cubicBezTo>
                  <a:pt x="67" y="87"/>
                  <a:pt x="67" y="87"/>
                  <a:pt x="67" y="87"/>
                </a:cubicBezTo>
                <a:cubicBezTo>
                  <a:pt x="39" y="87"/>
                  <a:pt x="39" y="87"/>
                  <a:pt x="39" y="87"/>
                </a:cubicBezTo>
                <a:cubicBezTo>
                  <a:pt x="37" y="82"/>
                  <a:pt x="37" y="82"/>
                  <a:pt x="37" y="82"/>
                </a:cubicBezTo>
                <a:cubicBezTo>
                  <a:pt x="67" y="52"/>
                  <a:pt x="67" y="52"/>
                  <a:pt x="67" y="52"/>
                </a:cubicBezTo>
                <a:cubicBezTo>
                  <a:pt x="48" y="52"/>
                  <a:pt x="48" y="52"/>
                  <a:pt x="48" y="52"/>
                </a:cubicBezTo>
                <a:cubicBezTo>
                  <a:pt x="25" y="77"/>
                  <a:pt x="25" y="77"/>
                  <a:pt x="25" y="77"/>
                </a:cubicBezTo>
                <a:cubicBezTo>
                  <a:pt x="32" y="52"/>
                  <a:pt x="32" y="52"/>
                  <a:pt x="32" y="52"/>
                </a:cubicBezTo>
                <a:cubicBezTo>
                  <a:pt x="18" y="52"/>
                  <a:pt x="18" y="52"/>
                  <a:pt x="18" y="52"/>
                </a:cubicBezTo>
                <a:cubicBezTo>
                  <a:pt x="18" y="2"/>
                  <a:pt x="18" y="2"/>
                  <a:pt x="18" y="2"/>
                </a:cubicBezTo>
                <a:cubicBezTo>
                  <a:pt x="76" y="2"/>
                  <a:pt x="76" y="2"/>
                  <a:pt x="76" y="2"/>
                </a:cubicBezTo>
                <a:cubicBezTo>
                  <a:pt x="76" y="55"/>
                  <a:pt x="76" y="55"/>
                  <a:pt x="76" y="55"/>
                </a:cubicBezTo>
                <a:cubicBezTo>
                  <a:pt x="76" y="55"/>
                  <a:pt x="76" y="55"/>
                  <a:pt x="76" y="55"/>
                </a:cubicBezTo>
                <a:close/>
                <a:moveTo>
                  <a:pt x="22" y="87"/>
                </a:moveTo>
                <a:cubicBezTo>
                  <a:pt x="22" y="87"/>
                  <a:pt x="22" y="87"/>
                  <a:pt x="22" y="87"/>
                </a:cubicBezTo>
                <a:cubicBezTo>
                  <a:pt x="22" y="87"/>
                  <a:pt x="22" y="87"/>
                  <a:pt x="22" y="87"/>
                </a:cubicBezTo>
                <a:cubicBezTo>
                  <a:pt x="22" y="87"/>
                  <a:pt x="22" y="87"/>
                  <a:pt x="22" y="87"/>
                </a:cubicBezTo>
                <a:cubicBezTo>
                  <a:pt x="22" y="87"/>
                  <a:pt x="22" y="87"/>
                  <a:pt x="22" y="87"/>
                </a:cubicBezTo>
                <a:close/>
                <a:moveTo>
                  <a:pt x="220" y="0"/>
                </a:moveTo>
                <a:cubicBezTo>
                  <a:pt x="220" y="57"/>
                  <a:pt x="220" y="57"/>
                  <a:pt x="220" y="57"/>
                </a:cubicBezTo>
                <a:cubicBezTo>
                  <a:pt x="218" y="59"/>
                  <a:pt x="216" y="60"/>
                  <a:pt x="215" y="62"/>
                </a:cubicBezTo>
                <a:cubicBezTo>
                  <a:pt x="215" y="0"/>
                  <a:pt x="215" y="0"/>
                  <a:pt x="215" y="0"/>
                </a:cubicBezTo>
                <a:cubicBezTo>
                  <a:pt x="152" y="0"/>
                  <a:pt x="152" y="0"/>
                  <a:pt x="152" y="0"/>
                </a:cubicBezTo>
                <a:cubicBezTo>
                  <a:pt x="152" y="52"/>
                  <a:pt x="152" y="52"/>
                  <a:pt x="152" y="52"/>
                </a:cubicBezTo>
                <a:cubicBezTo>
                  <a:pt x="147" y="52"/>
                  <a:pt x="147" y="52"/>
                  <a:pt x="147" y="52"/>
                </a:cubicBezTo>
                <a:cubicBezTo>
                  <a:pt x="147" y="0"/>
                  <a:pt x="147" y="0"/>
                  <a:pt x="147" y="0"/>
                </a:cubicBezTo>
                <a:cubicBezTo>
                  <a:pt x="84" y="0"/>
                  <a:pt x="84" y="0"/>
                  <a:pt x="84" y="0"/>
                </a:cubicBezTo>
                <a:cubicBezTo>
                  <a:pt x="84" y="52"/>
                  <a:pt x="84" y="52"/>
                  <a:pt x="84" y="52"/>
                </a:cubicBezTo>
                <a:cubicBezTo>
                  <a:pt x="79" y="52"/>
                  <a:pt x="79" y="52"/>
                  <a:pt x="79" y="52"/>
                </a:cubicBezTo>
                <a:cubicBezTo>
                  <a:pt x="79" y="0"/>
                  <a:pt x="79" y="0"/>
                  <a:pt x="79" y="0"/>
                </a:cubicBezTo>
                <a:cubicBezTo>
                  <a:pt x="16" y="0"/>
                  <a:pt x="16" y="0"/>
                  <a:pt x="16" y="0"/>
                </a:cubicBezTo>
                <a:cubicBezTo>
                  <a:pt x="16" y="59"/>
                  <a:pt x="16" y="59"/>
                  <a:pt x="16" y="59"/>
                </a:cubicBezTo>
                <a:cubicBezTo>
                  <a:pt x="0" y="113"/>
                  <a:pt x="0" y="113"/>
                  <a:pt x="0" y="113"/>
                </a:cubicBezTo>
                <a:cubicBezTo>
                  <a:pt x="14" y="113"/>
                  <a:pt x="14" y="113"/>
                  <a:pt x="14" y="113"/>
                </a:cubicBezTo>
                <a:cubicBezTo>
                  <a:pt x="21" y="89"/>
                  <a:pt x="21" y="89"/>
                  <a:pt x="21" y="89"/>
                </a:cubicBezTo>
                <a:cubicBezTo>
                  <a:pt x="23" y="89"/>
                  <a:pt x="23" y="89"/>
                  <a:pt x="23" y="89"/>
                </a:cubicBezTo>
                <a:cubicBezTo>
                  <a:pt x="35" y="113"/>
                  <a:pt x="35" y="113"/>
                  <a:pt x="35" y="113"/>
                </a:cubicBezTo>
                <a:cubicBezTo>
                  <a:pt x="52" y="113"/>
                  <a:pt x="52" y="113"/>
                  <a:pt x="52" y="113"/>
                </a:cubicBezTo>
                <a:cubicBezTo>
                  <a:pt x="40" y="89"/>
                  <a:pt x="40" y="89"/>
                  <a:pt x="40" y="89"/>
                </a:cubicBezTo>
                <a:cubicBezTo>
                  <a:pt x="66" y="89"/>
                  <a:pt x="66" y="89"/>
                  <a:pt x="66" y="89"/>
                </a:cubicBezTo>
                <a:cubicBezTo>
                  <a:pt x="59" y="113"/>
                  <a:pt x="59" y="113"/>
                  <a:pt x="59" y="113"/>
                </a:cubicBezTo>
                <a:cubicBezTo>
                  <a:pt x="74" y="113"/>
                  <a:pt x="74" y="113"/>
                  <a:pt x="74" y="113"/>
                </a:cubicBezTo>
                <a:cubicBezTo>
                  <a:pt x="81" y="89"/>
                  <a:pt x="81" y="89"/>
                  <a:pt x="81" y="89"/>
                </a:cubicBezTo>
                <a:cubicBezTo>
                  <a:pt x="85" y="89"/>
                  <a:pt x="85" y="89"/>
                  <a:pt x="85" y="89"/>
                </a:cubicBezTo>
                <a:cubicBezTo>
                  <a:pt x="85" y="89"/>
                  <a:pt x="85" y="89"/>
                  <a:pt x="85" y="89"/>
                </a:cubicBezTo>
                <a:cubicBezTo>
                  <a:pt x="90" y="89"/>
                  <a:pt x="90" y="89"/>
                  <a:pt x="90" y="89"/>
                </a:cubicBezTo>
                <a:cubicBezTo>
                  <a:pt x="90" y="89"/>
                  <a:pt x="90" y="89"/>
                  <a:pt x="90" y="89"/>
                </a:cubicBezTo>
                <a:cubicBezTo>
                  <a:pt x="119" y="89"/>
                  <a:pt x="119" y="89"/>
                  <a:pt x="119" y="89"/>
                </a:cubicBezTo>
                <a:cubicBezTo>
                  <a:pt x="112" y="113"/>
                  <a:pt x="112" y="113"/>
                  <a:pt x="112" y="113"/>
                </a:cubicBezTo>
                <a:cubicBezTo>
                  <a:pt x="128" y="113"/>
                  <a:pt x="128" y="113"/>
                  <a:pt x="128" y="113"/>
                </a:cubicBezTo>
                <a:cubicBezTo>
                  <a:pt x="135" y="89"/>
                  <a:pt x="135" y="89"/>
                  <a:pt x="135" y="89"/>
                </a:cubicBezTo>
                <a:cubicBezTo>
                  <a:pt x="142" y="89"/>
                  <a:pt x="142" y="89"/>
                  <a:pt x="142" y="89"/>
                </a:cubicBezTo>
                <a:cubicBezTo>
                  <a:pt x="142" y="113"/>
                  <a:pt x="142" y="113"/>
                  <a:pt x="142" y="113"/>
                </a:cubicBezTo>
                <a:cubicBezTo>
                  <a:pt x="155" y="113"/>
                  <a:pt x="155" y="113"/>
                  <a:pt x="155" y="113"/>
                </a:cubicBezTo>
                <a:cubicBezTo>
                  <a:pt x="170" y="89"/>
                  <a:pt x="170" y="89"/>
                  <a:pt x="170" y="89"/>
                </a:cubicBezTo>
                <a:cubicBezTo>
                  <a:pt x="180" y="89"/>
                  <a:pt x="180" y="89"/>
                  <a:pt x="180" y="89"/>
                </a:cubicBezTo>
                <a:cubicBezTo>
                  <a:pt x="175" y="113"/>
                  <a:pt x="175" y="113"/>
                  <a:pt x="175" y="113"/>
                </a:cubicBezTo>
                <a:cubicBezTo>
                  <a:pt x="190" y="113"/>
                  <a:pt x="190" y="113"/>
                  <a:pt x="190" y="113"/>
                </a:cubicBezTo>
                <a:cubicBezTo>
                  <a:pt x="195" y="89"/>
                  <a:pt x="195" y="89"/>
                  <a:pt x="195" y="89"/>
                </a:cubicBezTo>
                <a:cubicBezTo>
                  <a:pt x="204" y="89"/>
                  <a:pt x="204" y="89"/>
                  <a:pt x="204" y="89"/>
                </a:cubicBezTo>
                <a:cubicBezTo>
                  <a:pt x="203" y="96"/>
                  <a:pt x="205" y="103"/>
                  <a:pt x="210" y="108"/>
                </a:cubicBezTo>
                <a:cubicBezTo>
                  <a:pt x="216" y="113"/>
                  <a:pt x="225" y="114"/>
                  <a:pt x="232" y="114"/>
                </a:cubicBezTo>
                <a:cubicBezTo>
                  <a:pt x="241" y="114"/>
                  <a:pt x="251" y="113"/>
                  <a:pt x="260" y="111"/>
                </a:cubicBezTo>
                <a:cubicBezTo>
                  <a:pt x="266" y="89"/>
                  <a:pt x="266" y="89"/>
                  <a:pt x="266" y="89"/>
                </a:cubicBezTo>
                <a:cubicBezTo>
                  <a:pt x="283" y="89"/>
                  <a:pt x="283" y="89"/>
                  <a:pt x="283" y="89"/>
                </a:cubicBezTo>
                <a:cubicBezTo>
                  <a:pt x="283" y="0"/>
                  <a:pt x="283" y="0"/>
                  <a:pt x="283" y="0"/>
                </a:cubicBezTo>
                <a:cubicBezTo>
                  <a:pt x="220" y="0"/>
                  <a:pt x="220" y="0"/>
                  <a:pt x="220" y="0"/>
                </a:cubicBezTo>
                <a:cubicBezTo>
                  <a:pt x="220" y="0"/>
                  <a:pt x="220" y="0"/>
                  <a:pt x="220" y="0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1"/>
            <a:ext cx="12192000" cy="1036319"/>
          </a:xfrm>
          <a:prstGeom prst="rect">
            <a:avLst/>
          </a:prstGeom>
          <a:solidFill>
            <a:schemeClr val="accent3">
              <a:alpha val="3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610" tIns="54610" rIns="54610" bIns="54610" rtlCol="0" anchor="ctr"/>
          <a:lstStyle/>
          <a:p>
            <a:pPr algn="l"/>
            <a:endParaRPr lang="en-US" sz="1500" dirty="0">
              <a:solidFill>
                <a:schemeClr val="bg1"/>
              </a:solidFill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28263" y="251460"/>
            <a:ext cx="10765337" cy="533400"/>
          </a:xfrm>
        </p:spPr>
        <p:txBody>
          <a:bodyPr anchor="ctr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867071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8" userDrawn="1">
          <p15:clr>
            <a:srgbClr val="FBAE40"/>
          </p15:clr>
        </p15:guide>
        <p15:guide id="2" orient="horz" pos="52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2709863" y="1435300"/>
            <a:ext cx="8489950" cy="3510000"/>
          </a:xfrm>
        </p:spPr>
        <p:txBody>
          <a:bodyPr anchor="t" anchorCtr="0"/>
          <a:lstStyle>
            <a:lvl1pPr algn="l">
              <a:defRPr sz="110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reeform 19"/>
          <p:cNvSpPr>
            <a:spLocks noChangeAspect="1" noEditPoints="1"/>
          </p:cNvSpPr>
          <p:nvPr userDrawn="1"/>
        </p:nvSpPr>
        <p:spPr bwMode="auto">
          <a:xfrm>
            <a:off x="516051" y="524433"/>
            <a:ext cx="1079150" cy="439654"/>
          </a:xfrm>
          <a:custGeom>
            <a:avLst/>
            <a:gdLst>
              <a:gd name="T0" fmla="*/ 269 w 283"/>
              <a:gd name="T1" fmla="*/ 77 h 114"/>
              <a:gd name="T2" fmla="*/ 222 w 283"/>
              <a:gd name="T3" fmla="*/ 87 h 114"/>
              <a:gd name="T4" fmla="*/ 244 w 283"/>
              <a:gd name="T5" fmla="*/ 60 h 114"/>
              <a:gd name="T6" fmla="*/ 269 w 283"/>
              <a:gd name="T7" fmla="*/ 56 h 114"/>
              <a:gd name="T8" fmla="*/ 222 w 283"/>
              <a:gd name="T9" fmla="*/ 2 h 114"/>
              <a:gd name="T10" fmla="*/ 281 w 283"/>
              <a:gd name="T11" fmla="*/ 87 h 114"/>
              <a:gd name="T12" fmla="*/ 222 w 283"/>
              <a:gd name="T13" fmla="*/ 89 h 114"/>
              <a:gd name="T14" fmla="*/ 246 w 283"/>
              <a:gd name="T15" fmla="*/ 101 h 114"/>
              <a:gd name="T16" fmla="*/ 205 w 283"/>
              <a:gd name="T17" fmla="*/ 82 h 114"/>
              <a:gd name="T18" fmla="*/ 203 w 283"/>
              <a:gd name="T19" fmla="*/ 52 h 114"/>
              <a:gd name="T20" fmla="*/ 154 w 283"/>
              <a:gd name="T21" fmla="*/ 87 h 114"/>
              <a:gd name="T22" fmla="*/ 213 w 283"/>
              <a:gd name="T23" fmla="*/ 53 h 114"/>
              <a:gd name="T24" fmla="*/ 171 w 283"/>
              <a:gd name="T25" fmla="*/ 87 h 114"/>
              <a:gd name="T26" fmla="*/ 180 w 283"/>
              <a:gd name="T27" fmla="*/ 87 h 114"/>
              <a:gd name="T28" fmla="*/ 120 w 283"/>
              <a:gd name="T29" fmla="*/ 87 h 114"/>
              <a:gd name="T30" fmla="*/ 117 w 283"/>
              <a:gd name="T31" fmla="*/ 56 h 114"/>
              <a:gd name="T32" fmla="*/ 86 w 283"/>
              <a:gd name="T33" fmla="*/ 2 h 114"/>
              <a:gd name="T34" fmla="*/ 145 w 283"/>
              <a:gd name="T35" fmla="*/ 52 h 114"/>
              <a:gd name="T36" fmla="*/ 142 w 283"/>
              <a:gd name="T37" fmla="*/ 87 h 114"/>
              <a:gd name="T38" fmla="*/ 93 w 283"/>
              <a:gd name="T39" fmla="*/ 79 h 114"/>
              <a:gd name="T40" fmla="*/ 89 w 283"/>
              <a:gd name="T41" fmla="*/ 79 h 114"/>
              <a:gd name="T42" fmla="*/ 87 w 283"/>
              <a:gd name="T43" fmla="*/ 69 h 114"/>
              <a:gd name="T44" fmla="*/ 95 w 283"/>
              <a:gd name="T45" fmla="*/ 62 h 114"/>
              <a:gd name="T46" fmla="*/ 93 w 283"/>
              <a:gd name="T47" fmla="*/ 79 h 114"/>
              <a:gd name="T48" fmla="*/ 67 w 283"/>
              <a:gd name="T49" fmla="*/ 86 h 114"/>
              <a:gd name="T50" fmla="*/ 37 w 283"/>
              <a:gd name="T51" fmla="*/ 82 h 114"/>
              <a:gd name="T52" fmla="*/ 25 w 283"/>
              <a:gd name="T53" fmla="*/ 77 h 114"/>
              <a:gd name="T54" fmla="*/ 18 w 283"/>
              <a:gd name="T55" fmla="*/ 2 h 114"/>
              <a:gd name="T56" fmla="*/ 76 w 283"/>
              <a:gd name="T57" fmla="*/ 55 h 114"/>
              <a:gd name="T58" fmla="*/ 22 w 283"/>
              <a:gd name="T59" fmla="*/ 87 h 114"/>
              <a:gd name="T60" fmla="*/ 220 w 283"/>
              <a:gd name="T61" fmla="*/ 0 h 114"/>
              <a:gd name="T62" fmla="*/ 215 w 283"/>
              <a:gd name="T63" fmla="*/ 0 h 114"/>
              <a:gd name="T64" fmla="*/ 147 w 283"/>
              <a:gd name="T65" fmla="*/ 52 h 114"/>
              <a:gd name="T66" fmla="*/ 84 w 283"/>
              <a:gd name="T67" fmla="*/ 52 h 114"/>
              <a:gd name="T68" fmla="*/ 16 w 283"/>
              <a:gd name="T69" fmla="*/ 0 h 114"/>
              <a:gd name="T70" fmla="*/ 14 w 283"/>
              <a:gd name="T71" fmla="*/ 113 h 114"/>
              <a:gd name="T72" fmla="*/ 35 w 283"/>
              <a:gd name="T73" fmla="*/ 113 h 114"/>
              <a:gd name="T74" fmla="*/ 66 w 283"/>
              <a:gd name="T75" fmla="*/ 89 h 114"/>
              <a:gd name="T76" fmla="*/ 81 w 283"/>
              <a:gd name="T77" fmla="*/ 89 h 114"/>
              <a:gd name="T78" fmla="*/ 90 w 283"/>
              <a:gd name="T79" fmla="*/ 89 h 114"/>
              <a:gd name="T80" fmla="*/ 112 w 283"/>
              <a:gd name="T81" fmla="*/ 113 h 114"/>
              <a:gd name="T82" fmla="*/ 142 w 283"/>
              <a:gd name="T83" fmla="*/ 89 h 114"/>
              <a:gd name="T84" fmla="*/ 170 w 283"/>
              <a:gd name="T85" fmla="*/ 89 h 114"/>
              <a:gd name="T86" fmla="*/ 190 w 283"/>
              <a:gd name="T87" fmla="*/ 113 h 114"/>
              <a:gd name="T88" fmla="*/ 210 w 283"/>
              <a:gd name="T89" fmla="*/ 108 h 114"/>
              <a:gd name="T90" fmla="*/ 266 w 283"/>
              <a:gd name="T91" fmla="*/ 89 h 114"/>
              <a:gd name="T92" fmla="*/ 220 w 283"/>
              <a:gd name="T93" fmla="*/ 0 h 1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283" h="114">
                <a:moveTo>
                  <a:pt x="281" y="87"/>
                </a:moveTo>
                <a:cubicBezTo>
                  <a:pt x="266" y="87"/>
                  <a:pt x="266" y="87"/>
                  <a:pt x="266" y="87"/>
                </a:cubicBezTo>
                <a:cubicBezTo>
                  <a:pt x="269" y="77"/>
                  <a:pt x="269" y="77"/>
                  <a:pt x="269" y="77"/>
                </a:cubicBezTo>
                <a:cubicBezTo>
                  <a:pt x="239" y="77"/>
                  <a:pt x="239" y="77"/>
                  <a:pt x="239" y="77"/>
                </a:cubicBezTo>
                <a:cubicBezTo>
                  <a:pt x="237" y="87"/>
                  <a:pt x="237" y="87"/>
                  <a:pt x="237" y="87"/>
                </a:cubicBezTo>
                <a:cubicBezTo>
                  <a:pt x="222" y="87"/>
                  <a:pt x="222" y="87"/>
                  <a:pt x="222" y="87"/>
                </a:cubicBezTo>
                <a:cubicBezTo>
                  <a:pt x="222" y="85"/>
                  <a:pt x="222" y="85"/>
                  <a:pt x="222" y="85"/>
                </a:cubicBezTo>
                <a:cubicBezTo>
                  <a:pt x="223" y="84"/>
                  <a:pt x="223" y="83"/>
                  <a:pt x="223" y="81"/>
                </a:cubicBezTo>
                <a:cubicBezTo>
                  <a:pt x="226" y="71"/>
                  <a:pt x="233" y="60"/>
                  <a:pt x="244" y="60"/>
                </a:cubicBezTo>
                <a:cubicBezTo>
                  <a:pt x="249" y="60"/>
                  <a:pt x="254" y="62"/>
                  <a:pt x="253" y="69"/>
                </a:cubicBezTo>
                <a:cubicBezTo>
                  <a:pt x="271" y="69"/>
                  <a:pt x="271" y="69"/>
                  <a:pt x="271" y="69"/>
                </a:cubicBezTo>
                <a:cubicBezTo>
                  <a:pt x="272" y="66"/>
                  <a:pt x="273" y="61"/>
                  <a:pt x="269" y="56"/>
                </a:cubicBezTo>
                <a:cubicBezTo>
                  <a:pt x="266" y="51"/>
                  <a:pt x="258" y="48"/>
                  <a:pt x="248" y="48"/>
                </a:cubicBezTo>
                <a:cubicBezTo>
                  <a:pt x="241" y="48"/>
                  <a:pt x="231" y="50"/>
                  <a:pt x="222" y="55"/>
                </a:cubicBezTo>
                <a:cubicBezTo>
                  <a:pt x="222" y="2"/>
                  <a:pt x="222" y="2"/>
                  <a:pt x="222" y="2"/>
                </a:cubicBezTo>
                <a:cubicBezTo>
                  <a:pt x="281" y="2"/>
                  <a:pt x="281" y="2"/>
                  <a:pt x="281" y="2"/>
                </a:cubicBezTo>
                <a:cubicBezTo>
                  <a:pt x="281" y="87"/>
                  <a:pt x="281" y="87"/>
                  <a:pt x="281" y="87"/>
                </a:cubicBezTo>
                <a:cubicBezTo>
                  <a:pt x="281" y="87"/>
                  <a:pt x="281" y="87"/>
                  <a:pt x="281" y="87"/>
                </a:cubicBezTo>
                <a:close/>
                <a:moveTo>
                  <a:pt x="246" y="101"/>
                </a:moveTo>
                <a:cubicBezTo>
                  <a:pt x="243" y="102"/>
                  <a:pt x="240" y="102"/>
                  <a:pt x="237" y="102"/>
                </a:cubicBezTo>
                <a:cubicBezTo>
                  <a:pt x="228" y="102"/>
                  <a:pt x="222" y="98"/>
                  <a:pt x="222" y="89"/>
                </a:cubicBezTo>
                <a:cubicBezTo>
                  <a:pt x="249" y="89"/>
                  <a:pt x="249" y="89"/>
                  <a:pt x="249" y="89"/>
                </a:cubicBezTo>
                <a:cubicBezTo>
                  <a:pt x="246" y="101"/>
                  <a:pt x="246" y="101"/>
                  <a:pt x="246" y="101"/>
                </a:cubicBezTo>
                <a:cubicBezTo>
                  <a:pt x="246" y="101"/>
                  <a:pt x="246" y="101"/>
                  <a:pt x="246" y="101"/>
                </a:cubicBezTo>
                <a:close/>
                <a:moveTo>
                  <a:pt x="213" y="53"/>
                </a:moveTo>
                <a:cubicBezTo>
                  <a:pt x="213" y="65"/>
                  <a:pt x="213" y="65"/>
                  <a:pt x="213" y="65"/>
                </a:cubicBezTo>
                <a:cubicBezTo>
                  <a:pt x="209" y="71"/>
                  <a:pt x="206" y="77"/>
                  <a:pt x="205" y="82"/>
                </a:cubicBezTo>
                <a:cubicBezTo>
                  <a:pt x="204" y="83"/>
                  <a:pt x="204" y="85"/>
                  <a:pt x="204" y="87"/>
                </a:cubicBezTo>
                <a:cubicBezTo>
                  <a:pt x="195" y="87"/>
                  <a:pt x="195" y="87"/>
                  <a:pt x="195" y="87"/>
                </a:cubicBezTo>
                <a:cubicBezTo>
                  <a:pt x="203" y="52"/>
                  <a:pt x="203" y="52"/>
                  <a:pt x="203" y="52"/>
                </a:cubicBezTo>
                <a:cubicBezTo>
                  <a:pt x="178" y="52"/>
                  <a:pt x="178" y="52"/>
                  <a:pt x="178" y="52"/>
                </a:cubicBezTo>
                <a:cubicBezTo>
                  <a:pt x="156" y="87"/>
                  <a:pt x="156" y="87"/>
                  <a:pt x="156" y="87"/>
                </a:cubicBezTo>
                <a:cubicBezTo>
                  <a:pt x="154" y="87"/>
                  <a:pt x="154" y="87"/>
                  <a:pt x="154" y="87"/>
                </a:cubicBezTo>
                <a:cubicBezTo>
                  <a:pt x="154" y="2"/>
                  <a:pt x="154" y="2"/>
                  <a:pt x="154" y="2"/>
                </a:cubicBezTo>
                <a:cubicBezTo>
                  <a:pt x="213" y="2"/>
                  <a:pt x="213" y="2"/>
                  <a:pt x="213" y="2"/>
                </a:cubicBezTo>
                <a:cubicBezTo>
                  <a:pt x="213" y="53"/>
                  <a:pt x="213" y="53"/>
                  <a:pt x="213" y="53"/>
                </a:cubicBezTo>
                <a:cubicBezTo>
                  <a:pt x="213" y="53"/>
                  <a:pt x="213" y="53"/>
                  <a:pt x="213" y="53"/>
                </a:cubicBezTo>
                <a:close/>
                <a:moveTo>
                  <a:pt x="180" y="87"/>
                </a:moveTo>
                <a:cubicBezTo>
                  <a:pt x="171" y="87"/>
                  <a:pt x="171" y="87"/>
                  <a:pt x="171" y="87"/>
                </a:cubicBezTo>
                <a:cubicBezTo>
                  <a:pt x="185" y="66"/>
                  <a:pt x="185" y="66"/>
                  <a:pt x="185" y="66"/>
                </a:cubicBezTo>
                <a:cubicBezTo>
                  <a:pt x="180" y="87"/>
                  <a:pt x="180" y="87"/>
                  <a:pt x="180" y="87"/>
                </a:cubicBezTo>
                <a:cubicBezTo>
                  <a:pt x="180" y="87"/>
                  <a:pt x="180" y="87"/>
                  <a:pt x="180" y="87"/>
                </a:cubicBezTo>
                <a:close/>
                <a:moveTo>
                  <a:pt x="145" y="52"/>
                </a:moveTo>
                <a:cubicBezTo>
                  <a:pt x="130" y="52"/>
                  <a:pt x="130" y="52"/>
                  <a:pt x="130" y="52"/>
                </a:cubicBezTo>
                <a:cubicBezTo>
                  <a:pt x="120" y="87"/>
                  <a:pt x="120" y="87"/>
                  <a:pt x="120" y="87"/>
                </a:cubicBezTo>
                <a:cubicBezTo>
                  <a:pt x="104" y="87"/>
                  <a:pt x="104" y="87"/>
                  <a:pt x="104" y="87"/>
                </a:cubicBezTo>
                <a:cubicBezTo>
                  <a:pt x="112" y="84"/>
                  <a:pt x="117" y="78"/>
                  <a:pt x="119" y="70"/>
                </a:cubicBezTo>
                <a:cubicBezTo>
                  <a:pt x="120" y="64"/>
                  <a:pt x="119" y="59"/>
                  <a:pt x="117" y="56"/>
                </a:cubicBezTo>
                <a:cubicBezTo>
                  <a:pt x="113" y="51"/>
                  <a:pt x="105" y="52"/>
                  <a:pt x="98" y="52"/>
                </a:cubicBezTo>
                <a:cubicBezTo>
                  <a:pt x="97" y="52"/>
                  <a:pt x="86" y="52"/>
                  <a:pt x="86" y="52"/>
                </a:cubicBezTo>
                <a:cubicBezTo>
                  <a:pt x="86" y="2"/>
                  <a:pt x="86" y="2"/>
                  <a:pt x="86" y="2"/>
                </a:cubicBezTo>
                <a:cubicBezTo>
                  <a:pt x="145" y="2"/>
                  <a:pt x="145" y="2"/>
                  <a:pt x="145" y="2"/>
                </a:cubicBezTo>
                <a:cubicBezTo>
                  <a:pt x="145" y="52"/>
                  <a:pt x="145" y="52"/>
                  <a:pt x="145" y="52"/>
                </a:cubicBezTo>
                <a:cubicBezTo>
                  <a:pt x="145" y="52"/>
                  <a:pt x="145" y="52"/>
                  <a:pt x="145" y="52"/>
                </a:cubicBezTo>
                <a:close/>
                <a:moveTo>
                  <a:pt x="135" y="87"/>
                </a:moveTo>
                <a:cubicBezTo>
                  <a:pt x="141" y="65"/>
                  <a:pt x="141" y="65"/>
                  <a:pt x="141" y="65"/>
                </a:cubicBezTo>
                <a:cubicBezTo>
                  <a:pt x="142" y="87"/>
                  <a:pt x="142" y="87"/>
                  <a:pt x="142" y="87"/>
                </a:cubicBezTo>
                <a:cubicBezTo>
                  <a:pt x="135" y="87"/>
                  <a:pt x="135" y="87"/>
                  <a:pt x="135" y="87"/>
                </a:cubicBezTo>
                <a:cubicBezTo>
                  <a:pt x="135" y="87"/>
                  <a:pt x="135" y="87"/>
                  <a:pt x="135" y="87"/>
                </a:cubicBezTo>
                <a:close/>
                <a:moveTo>
                  <a:pt x="93" y="79"/>
                </a:moveTo>
                <a:cubicBezTo>
                  <a:pt x="93" y="79"/>
                  <a:pt x="93" y="79"/>
                  <a:pt x="93" y="79"/>
                </a:cubicBezTo>
                <a:cubicBezTo>
                  <a:pt x="92" y="79"/>
                  <a:pt x="91" y="79"/>
                  <a:pt x="91" y="79"/>
                </a:cubicBezTo>
                <a:cubicBezTo>
                  <a:pt x="90" y="79"/>
                  <a:pt x="89" y="79"/>
                  <a:pt x="89" y="79"/>
                </a:cubicBezTo>
                <a:cubicBezTo>
                  <a:pt x="85" y="79"/>
                  <a:pt x="85" y="79"/>
                  <a:pt x="85" y="79"/>
                </a:cubicBezTo>
                <a:cubicBezTo>
                  <a:pt x="87" y="72"/>
                  <a:pt x="87" y="72"/>
                  <a:pt x="87" y="72"/>
                </a:cubicBezTo>
                <a:cubicBezTo>
                  <a:pt x="87" y="69"/>
                  <a:pt x="87" y="69"/>
                  <a:pt x="87" y="69"/>
                </a:cubicBezTo>
                <a:cubicBezTo>
                  <a:pt x="89" y="62"/>
                  <a:pt x="89" y="62"/>
                  <a:pt x="89" y="62"/>
                </a:cubicBezTo>
                <a:cubicBezTo>
                  <a:pt x="90" y="62"/>
                  <a:pt x="91" y="62"/>
                  <a:pt x="92" y="62"/>
                </a:cubicBezTo>
                <a:cubicBezTo>
                  <a:pt x="95" y="62"/>
                  <a:pt x="95" y="62"/>
                  <a:pt x="95" y="62"/>
                </a:cubicBezTo>
                <a:cubicBezTo>
                  <a:pt x="100" y="62"/>
                  <a:pt x="103" y="62"/>
                  <a:pt x="104" y="63"/>
                </a:cubicBezTo>
                <a:cubicBezTo>
                  <a:pt x="105" y="65"/>
                  <a:pt x="105" y="67"/>
                  <a:pt x="104" y="70"/>
                </a:cubicBezTo>
                <a:cubicBezTo>
                  <a:pt x="102" y="75"/>
                  <a:pt x="100" y="78"/>
                  <a:pt x="93" y="79"/>
                </a:cubicBezTo>
                <a:moveTo>
                  <a:pt x="76" y="55"/>
                </a:moveTo>
                <a:cubicBezTo>
                  <a:pt x="75" y="58"/>
                  <a:pt x="75" y="58"/>
                  <a:pt x="75" y="58"/>
                </a:cubicBezTo>
                <a:cubicBezTo>
                  <a:pt x="67" y="86"/>
                  <a:pt x="67" y="86"/>
                  <a:pt x="67" y="86"/>
                </a:cubicBezTo>
                <a:cubicBezTo>
                  <a:pt x="67" y="87"/>
                  <a:pt x="67" y="87"/>
                  <a:pt x="67" y="87"/>
                </a:cubicBezTo>
                <a:cubicBezTo>
                  <a:pt x="39" y="87"/>
                  <a:pt x="39" y="87"/>
                  <a:pt x="39" y="87"/>
                </a:cubicBezTo>
                <a:cubicBezTo>
                  <a:pt x="37" y="82"/>
                  <a:pt x="37" y="82"/>
                  <a:pt x="37" y="82"/>
                </a:cubicBezTo>
                <a:cubicBezTo>
                  <a:pt x="67" y="52"/>
                  <a:pt x="67" y="52"/>
                  <a:pt x="67" y="52"/>
                </a:cubicBezTo>
                <a:cubicBezTo>
                  <a:pt x="48" y="52"/>
                  <a:pt x="48" y="52"/>
                  <a:pt x="48" y="52"/>
                </a:cubicBezTo>
                <a:cubicBezTo>
                  <a:pt x="25" y="77"/>
                  <a:pt x="25" y="77"/>
                  <a:pt x="25" y="77"/>
                </a:cubicBezTo>
                <a:cubicBezTo>
                  <a:pt x="32" y="52"/>
                  <a:pt x="32" y="52"/>
                  <a:pt x="32" y="52"/>
                </a:cubicBezTo>
                <a:cubicBezTo>
                  <a:pt x="18" y="52"/>
                  <a:pt x="18" y="52"/>
                  <a:pt x="18" y="52"/>
                </a:cubicBezTo>
                <a:cubicBezTo>
                  <a:pt x="18" y="2"/>
                  <a:pt x="18" y="2"/>
                  <a:pt x="18" y="2"/>
                </a:cubicBezTo>
                <a:cubicBezTo>
                  <a:pt x="76" y="2"/>
                  <a:pt x="76" y="2"/>
                  <a:pt x="76" y="2"/>
                </a:cubicBezTo>
                <a:cubicBezTo>
                  <a:pt x="76" y="55"/>
                  <a:pt x="76" y="55"/>
                  <a:pt x="76" y="55"/>
                </a:cubicBezTo>
                <a:cubicBezTo>
                  <a:pt x="76" y="55"/>
                  <a:pt x="76" y="55"/>
                  <a:pt x="76" y="55"/>
                </a:cubicBezTo>
                <a:close/>
                <a:moveTo>
                  <a:pt x="22" y="87"/>
                </a:moveTo>
                <a:cubicBezTo>
                  <a:pt x="22" y="87"/>
                  <a:pt x="22" y="87"/>
                  <a:pt x="22" y="87"/>
                </a:cubicBezTo>
                <a:cubicBezTo>
                  <a:pt x="22" y="87"/>
                  <a:pt x="22" y="87"/>
                  <a:pt x="22" y="87"/>
                </a:cubicBezTo>
                <a:cubicBezTo>
                  <a:pt x="22" y="87"/>
                  <a:pt x="22" y="87"/>
                  <a:pt x="22" y="87"/>
                </a:cubicBezTo>
                <a:cubicBezTo>
                  <a:pt x="22" y="87"/>
                  <a:pt x="22" y="87"/>
                  <a:pt x="22" y="87"/>
                </a:cubicBezTo>
                <a:close/>
                <a:moveTo>
                  <a:pt x="220" y="0"/>
                </a:moveTo>
                <a:cubicBezTo>
                  <a:pt x="220" y="57"/>
                  <a:pt x="220" y="57"/>
                  <a:pt x="220" y="57"/>
                </a:cubicBezTo>
                <a:cubicBezTo>
                  <a:pt x="218" y="59"/>
                  <a:pt x="216" y="60"/>
                  <a:pt x="215" y="62"/>
                </a:cubicBezTo>
                <a:cubicBezTo>
                  <a:pt x="215" y="0"/>
                  <a:pt x="215" y="0"/>
                  <a:pt x="215" y="0"/>
                </a:cubicBezTo>
                <a:cubicBezTo>
                  <a:pt x="152" y="0"/>
                  <a:pt x="152" y="0"/>
                  <a:pt x="152" y="0"/>
                </a:cubicBezTo>
                <a:cubicBezTo>
                  <a:pt x="152" y="52"/>
                  <a:pt x="152" y="52"/>
                  <a:pt x="152" y="52"/>
                </a:cubicBezTo>
                <a:cubicBezTo>
                  <a:pt x="147" y="52"/>
                  <a:pt x="147" y="52"/>
                  <a:pt x="147" y="52"/>
                </a:cubicBezTo>
                <a:cubicBezTo>
                  <a:pt x="147" y="0"/>
                  <a:pt x="147" y="0"/>
                  <a:pt x="147" y="0"/>
                </a:cubicBezTo>
                <a:cubicBezTo>
                  <a:pt x="84" y="0"/>
                  <a:pt x="84" y="0"/>
                  <a:pt x="84" y="0"/>
                </a:cubicBezTo>
                <a:cubicBezTo>
                  <a:pt x="84" y="52"/>
                  <a:pt x="84" y="52"/>
                  <a:pt x="84" y="52"/>
                </a:cubicBezTo>
                <a:cubicBezTo>
                  <a:pt x="79" y="52"/>
                  <a:pt x="79" y="52"/>
                  <a:pt x="79" y="52"/>
                </a:cubicBezTo>
                <a:cubicBezTo>
                  <a:pt x="79" y="0"/>
                  <a:pt x="79" y="0"/>
                  <a:pt x="79" y="0"/>
                </a:cubicBezTo>
                <a:cubicBezTo>
                  <a:pt x="16" y="0"/>
                  <a:pt x="16" y="0"/>
                  <a:pt x="16" y="0"/>
                </a:cubicBezTo>
                <a:cubicBezTo>
                  <a:pt x="16" y="59"/>
                  <a:pt x="16" y="59"/>
                  <a:pt x="16" y="59"/>
                </a:cubicBezTo>
                <a:cubicBezTo>
                  <a:pt x="0" y="113"/>
                  <a:pt x="0" y="113"/>
                  <a:pt x="0" y="113"/>
                </a:cubicBezTo>
                <a:cubicBezTo>
                  <a:pt x="14" y="113"/>
                  <a:pt x="14" y="113"/>
                  <a:pt x="14" y="113"/>
                </a:cubicBezTo>
                <a:cubicBezTo>
                  <a:pt x="21" y="89"/>
                  <a:pt x="21" y="89"/>
                  <a:pt x="21" y="89"/>
                </a:cubicBezTo>
                <a:cubicBezTo>
                  <a:pt x="23" y="89"/>
                  <a:pt x="23" y="89"/>
                  <a:pt x="23" y="89"/>
                </a:cubicBezTo>
                <a:cubicBezTo>
                  <a:pt x="35" y="113"/>
                  <a:pt x="35" y="113"/>
                  <a:pt x="35" y="113"/>
                </a:cubicBezTo>
                <a:cubicBezTo>
                  <a:pt x="52" y="113"/>
                  <a:pt x="52" y="113"/>
                  <a:pt x="52" y="113"/>
                </a:cubicBezTo>
                <a:cubicBezTo>
                  <a:pt x="40" y="89"/>
                  <a:pt x="40" y="89"/>
                  <a:pt x="40" y="89"/>
                </a:cubicBezTo>
                <a:cubicBezTo>
                  <a:pt x="66" y="89"/>
                  <a:pt x="66" y="89"/>
                  <a:pt x="66" y="89"/>
                </a:cubicBezTo>
                <a:cubicBezTo>
                  <a:pt x="59" y="113"/>
                  <a:pt x="59" y="113"/>
                  <a:pt x="59" y="113"/>
                </a:cubicBezTo>
                <a:cubicBezTo>
                  <a:pt x="74" y="113"/>
                  <a:pt x="74" y="113"/>
                  <a:pt x="74" y="113"/>
                </a:cubicBezTo>
                <a:cubicBezTo>
                  <a:pt x="81" y="89"/>
                  <a:pt x="81" y="89"/>
                  <a:pt x="81" y="89"/>
                </a:cubicBezTo>
                <a:cubicBezTo>
                  <a:pt x="85" y="89"/>
                  <a:pt x="85" y="89"/>
                  <a:pt x="85" y="89"/>
                </a:cubicBezTo>
                <a:cubicBezTo>
                  <a:pt x="85" y="89"/>
                  <a:pt x="85" y="89"/>
                  <a:pt x="85" y="89"/>
                </a:cubicBezTo>
                <a:cubicBezTo>
                  <a:pt x="90" y="89"/>
                  <a:pt x="90" y="89"/>
                  <a:pt x="90" y="89"/>
                </a:cubicBezTo>
                <a:cubicBezTo>
                  <a:pt x="90" y="89"/>
                  <a:pt x="90" y="89"/>
                  <a:pt x="90" y="89"/>
                </a:cubicBezTo>
                <a:cubicBezTo>
                  <a:pt x="119" y="89"/>
                  <a:pt x="119" y="89"/>
                  <a:pt x="119" y="89"/>
                </a:cubicBezTo>
                <a:cubicBezTo>
                  <a:pt x="112" y="113"/>
                  <a:pt x="112" y="113"/>
                  <a:pt x="112" y="113"/>
                </a:cubicBezTo>
                <a:cubicBezTo>
                  <a:pt x="128" y="113"/>
                  <a:pt x="128" y="113"/>
                  <a:pt x="128" y="113"/>
                </a:cubicBezTo>
                <a:cubicBezTo>
                  <a:pt x="135" y="89"/>
                  <a:pt x="135" y="89"/>
                  <a:pt x="135" y="89"/>
                </a:cubicBezTo>
                <a:cubicBezTo>
                  <a:pt x="142" y="89"/>
                  <a:pt x="142" y="89"/>
                  <a:pt x="142" y="89"/>
                </a:cubicBezTo>
                <a:cubicBezTo>
                  <a:pt x="142" y="113"/>
                  <a:pt x="142" y="113"/>
                  <a:pt x="142" y="113"/>
                </a:cubicBezTo>
                <a:cubicBezTo>
                  <a:pt x="155" y="113"/>
                  <a:pt x="155" y="113"/>
                  <a:pt x="155" y="113"/>
                </a:cubicBezTo>
                <a:cubicBezTo>
                  <a:pt x="170" y="89"/>
                  <a:pt x="170" y="89"/>
                  <a:pt x="170" y="89"/>
                </a:cubicBezTo>
                <a:cubicBezTo>
                  <a:pt x="180" y="89"/>
                  <a:pt x="180" y="89"/>
                  <a:pt x="180" y="89"/>
                </a:cubicBezTo>
                <a:cubicBezTo>
                  <a:pt x="175" y="113"/>
                  <a:pt x="175" y="113"/>
                  <a:pt x="175" y="113"/>
                </a:cubicBezTo>
                <a:cubicBezTo>
                  <a:pt x="190" y="113"/>
                  <a:pt x="190" y="113"/>
                  <a:pt x="190" y="113"/>
                </a:cubicBezTo>
                <a:cubicBezTo>
                  <a:pt x="195" y="89"/>
                  <a:pt x="195" y="89"/>
                  <a:pt x="195" y="89"/>
                </a:cubicBezTo>
                <a:cubicBezTo>
                  <a:pt x="204" y="89"/>
                  <a:pt x="204" y="89"/>
                  <a:pt x="204" y="89"/>
                </a:cubicBezTo>
                <a:cubicBezTo>
                  <a:pt x="203" y="96"/>
                  <a:pt x="205" y="103"/>
                  <a:pt x="210" y="108"/>
                </a:cubicBezTo>
                <a:cubicBezTo>
                  <a:pt x="216" y="113"/>
                  <a:pt x="225" y="114"/>
                  <a:pt x="232" y="114"/>
                </a:cubicBezTo>
                <a:cubicBezTo>
                  <a:pt x="241" y="114"/>
                  <a:pt x="251" y="113"/>
                  <a:pt x="260" y="111"/>
                </a:cubicBezTo>
                <a:cubicBezTo>
                  <a:pt x="266" y="89"/>
                  <a:pt x="266" y="89"/>
                  <a:pt x="266" y="89"/>
                </a:cubicBezTo>
                <a:cubicBezTo>
                  <a:pt x="283" y="89"/>
                  <a:pt x="283" y="89"/>
                  <a:pt x="283" y="89"/>
                </a:cubicBezTo>
                <a:cubicBezTo>
                  <a:pt x="283" y="0"/>
                  <a:pt x="283" y="0"/>
                  <a:pt x="283" y="0"/>
                </a:cubicBezTo>
                <a:cubicBezTo>
                  <a:pt x="220" y="0"/>
                  <a:pt x="220" y="0"/>
                  <a:pt x="220" y="0"/>
                </a:cubicBezTo>
                <a:cubicBezTo>
                  <a:pt x="220" y="0"/>
                  <a:pt x="220" y="0"/>
                  <a:pt x="22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10" name="object 3"/>
          <p:cNvSpPr/>
          <p:nvPr userDrawn="1"/>
        </p:nvSpPr>
        <p:spPr>
          <a:xfrm>
            <a:off x="1" y="1"/>
            <a:ext cx="132522" cy="6858000"/>
          </a:xfrm>
          <a:custGeom>
            <a:avLst/>
            <a:gdLst/>
            <a:ahLst/>
            <a:cxnLst/>
            <a:rect l="l" t="t" r="r" b="b"/>
            <a:pathLst>
              <a:path w="1742046" h="7772400">
                <a:moveTo>
                  <a:pt x="0" y="7772400"/>
                </a:moveTo>
                <a:lnTo>
                  <a:pt x="1742046" y="7772400"/>
                </a:lnTo>
                <a:lnTo>
                  <a:pt x="1742046" y="0"/>
                </a:lnTo>
                <a:lnTo>
                  <a:pt x="0" y="0"/>
                </a:lnTo>
                <a:lnTo>
                  <a:pt x="0" y="7772400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lIns="0" tIns="0" rIns="0" bIns="0" rtlCol="0">
            <a:noAutofit/>
          </a:bodyPr>
          <a:lstStyle/>
          <a:p>
            <a:endParaRPr sz="1800" dirty="0">
              <a:latin typeface="Arial" panose="020B0604020202020204" pitchFamily="34" charset="0"/>
            </a:endParaRP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2749463" y="5390900"/>
            <a:ext cx="8450350" cy="216000"/>
          </a:xfrm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  <a:lvl2pPr>
              <a:defRPr sz="1100"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 sz="1100"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 sz="1100"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 sz="1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9814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INA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3"/>
          <p:cNvSpPr/>
          <p:nvPr userDrawn="1"/>
        </p:nvSpPr>
        <p:spPr>
          <a:xfrm>
            <a:off x="0" y="1"/>
            <a:ext cx="1587731" cy="6858000"/>
          </a:xfrm>
          <a:custGeom>
            <a:avLst/>
            <a:gdLst/>
            <a:ahLst/>
            <a:cxnLst/>
            <a:rect l="l" t="t" r="r" b="b"/>
            <a:pathLst>
              <a:path w="1742046" h="7772400">
                <a:moveTo>
                  <a:pt x="0" y="7772400"/>
                </a:moveTo>
                <a:lnTo>
                  <a:pt x="1742046" y="7772400"/>
                </a:lnTo>
                <a:lnTo>
                  <a:pt x="1742046" y="0"/>
                </a:lnTo>
                <a:lnTo>
                  <a:pt x="0" y="0"/>
                </a:lnTo>
                <a:lnTo>
                  <a:pt x="0" y="7772400"/>
                </a:lnTo>
                <a:close/>
              </a:path>
            </a:pathLst>
          </a:custGeom>
          <a:solidFill>
            <a:srgbClr val="00338D"/>
          </a:solidFill>
        </p:spPr>
        <p:txBody>
          <a:bodyPr wrap="square" lIns="0" tIns="0" rIns="0" bIns="0" rtlCol="0">
            <a:noAutofit/>
          </a:bodyPr>
          <a:lstStyle/>
          <a:p>
            <a:endParaRPr sz="1800" dirty="0">
              <a:latin typeface="Arial" panose="020B0604020202020204" pitchFamily="34" charset="0"/>
            </a:endParaRPr>
          </a:p>
        </p:txBody>
      </p:sp>
      <p:sp>
        <p:nvSpPr>
          <p:cNvPr id="16" name="Freeform 19"/>
          <p:cNvSpPr>
            <a:spLocks noChangeAspect="1" noEditPoints="1"/>
          </p:cNvSpPr>
          <p:nvPr userDrawn="1"/>
        </p:nvSpPr>
        <p:spPr bwMode="auto">
          <a:xfrm>
            <a:off x="2729163" y="524433"/>
            <a:ext cx="1079150" cy="439654"/>
          </a:xfrm>
          <a:custGeom>
            <a:avLst/>
            <a:gdLst>
              <a:gd name="T0" fmla="*/ 269 w 283"/>
              <a:gd name="T1" fmla="*/ 77 h 114"/>
              <a:gd name="T2" fmla="*/ 222 w 283"/>
              <a:gd name="T3" fmla="*/ 87 h 114"/>
              <a:gd name="T4" fmla="*/ 244 w 283"/>
              <a:gd name="T5" fmla="*/ 60 h 114"/>
              <a:gd name="T6" fmla="*/ 269 w 283"/>
              <a:gd name="T7" fmla="*/ 56 h 114"/>
              <a:gd name="T8" fmla="*/ 222 w 283"/>
              <a:gd name="T9" fmla="*/ 2 h 114"/>
              <a:gd name="T10" fmla="*/ 281 w 283"/>
              <a:gd name="T11" fmla="*/ 87 h 114"/>
              <a:gd name="T12" fmla="*/ 222 w 283"/>
              <a:gd name="T13" fmla="*/ 89 h 114"/>
              <a:gd name="T14" fmla="*/ 246 w 283"/>
              <a:gd name="T15" fmla="*/ 101 h 114"/>
              <a:gd name="T16" fmla="*/ 205 w 283"/>
              <a:gd name="T17" fmla="*/ 82 h 114"/>
              <a:gd name="T18" fmla="*/ 203 w 283"/>
              <a:gd name="T19" fmla="*/ 52 h 114"/>
              <a:gd name="T20" fmla="*/ 154 w 283"/>
              <a:gd name="T21" fmla="*/ 87 h 114"/>
              <a:gd name="T22" fmla="*/ 213 w 283"/>
              <a:gd name="T23" fmla="*/ 53 h 114"/>
              <a:gd name="T24" fmla="*/ 171 w 283"/>
              <a:gd name="T25" fmla="*/ 87 h 114"/>
              <a:gd name="T26" fmla="*/ 180 w 283"/>
              <a:gd name="T27" fmla="*/ 87 h 114"/>
              <a:gd name="T28" fmla="*/ 120 w 283"/>
              <a:gd name="T29" fmla="*/ 87 h 114"/>
              <a:gd name="T30" fmla="*/ 117 w 283"/>
              <a:gd name="T31" fmla="*/ 56 h 114"/>
              <a:gd name="T32" fmla="*/ 86 w 283"/>
              <a:gd name="T33" fmla="*/ 2 h 114"/>
              <a:gd name="T34" fmla="*/ 145 w 283"/>
              <a:gd name="T35" fmla="*/ 52 h 114"/>
              <a:gd name="T36" fmla="*/ 142 w 283"/>
              <a:gd name="T37" fmla="*/ 87 h 114"/>
              <a:gd name="T38" fmla="*/ 93 w 283"/>
              <a:gd name="T39" fmla="*/ 79 h 114"/>
              <a:gd name="T40" fmla="*/ 89 w 283"/>
              <a:gd name="T41" fmla="*/ 79 h 114"/>
              <a:gd name="T42" fmla="*/ 87 w 283"/>
              <a:gd name="T43" fmla="*/ 69 h 114"/>
              <a:gd name="T44" fmla="*/ 95 w 283"/>
              <a:gd name="T45" fmla="*/ 62 h 114"/>
              <a:gd name="T46" fmla="*/ 93 w 283"/>
              <a:gd name="T47" fmla="*/ 79 h 114"/>
              <a:gd name="T48" fmla="*/ 67 w 283"/>
              <a:gd name="T49" fmla="*/ 86 h 114"/>
              <a:gd name="T50" fmla="*/ 37 w 283"/>
              <a:gd name="T51" fmla="*/ 82 h 114"/>
              <a:gd name="T52" fmla="*/ 25 w 283"/>
              <a:gd name="T53" fmla="*/ 77 h 114"/>
              <a:gd name="T54" fmla="*/ 18 w 283"/>
              <a:gd name="T55" fmla="*/ 2 h 114"/>
              <a:gd name="T56" fmla="*/ 76 w 283"/>
              <a:gd name="T57" fmla="*/ 55 h 114"/>
              <a:gd name="T58" fmla="*/ 22 w 283"/>
              <a:gd name="T59" fmla="*/ 87 h 114"/>
              <a:gd name="T60" fmla="*/ 220 w 283"/>
              <a:gd name="T61" fmla="*/ 0 h 114"/>
              <a:gd name="T62" fmla="*/ 215 w 283"/>
              <a:gd name="T63" fmla="*/ 0 h 114"/>
              <a:gd name="T64" fmla="*/ 147 w 283"/>
              <a:gd name="T65" fmla="*/ 52 h 114"/>
              <a:gd name="T66" fmla="*/ 84 w 283"/>
              <a:gd name="T67" fmla="*/ 52 h 114"/>
              <a:gd name="T68" fmla="*/ 16 w 283"/>
              <a:gd name="T69" fmla="*/ 0 h 114"/>
              <a:gd name="T70" fmla="*/ 14 w 283"/>
              <a:gd name="T71" fmla="*/ 113 h 114"/>
              <a:gd name="T72" fmla="*/ 35 w 283"/>
              <a:gd name="T73" fmla="*/ 113 h 114"/>
              <a:gd name="T74" fmla="*/ 66 w 283"/>
              <a:gd name="T75" fmla="*/ 89 h 114"/>
              <a:gd name="T76" fmla="*/ 81 w 283"/>
              <a:gd name="T77" fmla="*/ 89 h 114"/>
              <a:gd name="T78" fmla="*/ 90 w 283"/>
              <a:gd name="T79" fmla="*/ 89 h 114"/>
              <a:gd name="T80" fmla="*/ 112 w 283"/>
              <a:gd name="T81" fmla="*/ 113 h 114"/>
              <a:gd name="T82" fmla="*/ 142 w 283"/>
              <a:gd name="T83" fmla="*/ 89 h 114"/>
              <a:gd name="T84" fmla="*/ 170 w 283"/>
              <a:gd name="T85" fmla="*/ 89 h 114"/>
              <a:gd name="T86" fmla="*/ 190 w 283"/>
              <a:gd name="T87" fmla="*/ 113 h 114"/>
              <a:gd name="T88" fmla="*/ 210 w 283"/>
              <a:gd name="T89" fmla="*/ 108 h 114"/>
              <a:gd name="T90" fmla="*/ 266 w 283"/>
              <a:gd name="T91" fmla="*/ 89 h 114"/>
              <a:gd name="T92" fmla="*/ 220 w 283"/>
              <a:gd name="T93" fmla="*/ 0 h 1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283" h="114">
                <a:moveTo>
                  <a:pt x="281" y="87"/>
                </a:moveTo>
                <a:cubicBezTo>
                  <a:pt x="266" y="87"/>
                  <a:pt x="266" y="87"/>
                  <a:pt x="266" y="87"/>
                </a:cubicBezTo>
                <a:cubicBezTo>
                  <a:pt x="269" y="77"/>
                  <a:pt x="269" y="77"/>
                  <a:pt x="269" y="77"/>
                </a:cubicBezTo>
                <a:cubicBezTo>
                  <a:pt x="239" y="77"/>
                  <a:pt x="239" y="77"/>
                  <a:pt x="239" y="77"/>
                </a:cubicBezTo>
                <a:cubicBezTo>
                  <a:pt x="237" y="87"/>
                  <a:pt x="237" y="87"/>
                  <a:pt x="237" y="87"/>
                </a:cubicBezTo>
                <a:cubicBezTo>
                  <a:pt x="222" y="87"/>
                  <a:pt x="222" y="87"/>
                  <a:pt x="222" y="87"/>
                </a:cubicBezTo>
                <a:cubicBezTo>
                  <a:pt x="222" y="85"/>
                  <a:pt x="222" y="85"/>
                  <a:pt x="222" y="85"/>
                </a:cubicBezTo>
                <a:cubicBezTo>
                  <a:pt x="223" y="84"/>
                  <a:pt x="223" y="83"/>
                  <a:pt x="223" y="81"/>
                </a:cubicBezTo>
                <a:cubicBezTo>
                  <a:pt x="226" y="71"/>
                  <a:pt x="233" y="60"/>
                  <a:pt x="244" y="60"/>
                </a:cubicBezTo>
                <a:cubicBezTo>
                  <a:pt x="249" y="60"/>
                  <a:pt x="254" y="62"/>
                  <a:pt x="253" y="69"/>
                </a:cubicBezTo>
                <a:cubicBezTo>
                  <a:pt x="271" y="69"/>
                  <a:pt x="271" y="69"/>
                  <a:pt x="271" y="69"/>
                </a:cubicBezTo>
                <a:cubicBezTo>
                  <a:pt x="272" y="66"/>
                  <a:pt x="273" y="61"/>
                  <a:pt x="269" y="56"/>
                </a:cubicBezTo>
                <a:cubicBezTo>
                  <a:pt x="266" y="51"/>
                  <a:pt x="258" y="48"/>
                  <a:pt x="248" y="48"/>
                </a:cubicBezTo>
                <a:cubicBezTo>
                  <a:pt x="241" y="48"/>
                  <a:pt x="231" y="50"/>
                  <a:pt x="222" y="55"/>
                </a:cubicBezTo>
                <a:cubicBezTo>
                  <a:pt x="222" y="2"/>
                  <a:pt x="222" y="2"/>
                  <a:pt x="222" y="2"/>
                </a:cubicBezTo>
                <a:cubicBezTo>
                  <a:pt x="281" y="2"/>
                  <a:pt x="281" y="2"/>
                  <a:pt x="281" y="2"/>
                </a:cubicBezTo>
                <a:cubicBezTo>
                  <a:pt x="281" y="87"/>
                  <a:pt x="281" y="87"/>
                  <a:pt x="281" y="87"/>
                </a:cubicBezTo>
                <a:cubicBezTo>
                  <a:pt x="281" y="87"/>
                  <a:pt x="281" y="87"/>
                  <a:pt x="281" y="87"/>
                </a:cubicBezTo>
                <a:close/>
                <a:moveTo>
                  <a:pt x="246" y="101"/>
                </a:moveTo>
                <a:cubicBezTo>
                  <a:pt x="243" y="102"/>
                  <a:pt x="240" y="102"/>
                  <a:pt x="237" y="102"/>
                </a:cubicBezTo>
                <a:cubicBezTo>
                  <a:pt x="228" y="102"/>
                  <a:pt x="222" y="98"/>
                  <a:pt x="222" y="89"/>
                </a:cubicBezTo>
                <a:cubicBezTo>
                  <a:pt x="249" y="89"/>
                  <a:pt x="249" y="89"/>
                  <a:pt x="249" y="89"/>
                </a:cubicBezTo>
                <a:cubicBezTo>
                  <a:pt x="246" y="101"/>
                  <a:pt x="246" y="101"/>
                  <a:pt x="246" y="101"/>
                </a:cubicBezTo>
                <a:cubicBezTo>
                  <a:pt x="246" y="101"/>
                  <a:pt x="246" y="101"/>
                  <a:pt x="246" y="101"/>
                </a:cubicBezTo>
                <a:close/>
                <a:moveTo>
                  <a:pt x="213" y="53"/>
                </a:moveTo>
                <a:cubicBezTo>
                  <a:pt x="213" y="65"/>
                  <a:pt x="213" y="65"/>
                  <a:pt x="213" y="65"/>
                </a:cubicBezTo>
                <a:cubicBezTo>
                  <a:pt x="209" y="71"/>
                  <a:pt x="206" y="77"/>
                  <a:pt x="205" y="82"/>
                </a:cubicBezTo>
                <a:cubicBezTo>
                  <a:pt x="204" y="83"/>
                  <a:pt x="204" y="85"/>
                  <a:pt x="204" y="87"/>
                </a:cubicBezTo>
                <a:cubicBezTo>
                  <a:pt x="195" y="87"/>
                  <a:pt x="195" y="87"/>
                  <a:pt x="195" y="87"/>
                </a:cubicBezTo>
                <a:cubicBezTo>
                  <a:pt x="203" y="52"/>
                  <a:pt x="203" y="52"/>
                  <a:pt x="203" y="52"/>
                </a:cubicBezTo>
                <a:cubicBezTo>
                  <a:pt x="178" y="52"/>
                  <a:pt x="178" y="52"/>
                  <a:pt x="178" y="52"/>
                </a:cubicBezTo>
                <a:cubicBezTo>
                  <a:pt x="156" y="87"/>
                  <a:pt x="156" y="87"/>
                  <a:pt x="156" y="87"/>
                </a:cubicBezTo>
                <a:cubicBezTo>
                  <a:pt x="154" y="87"/>
                  <a:pt x="154" y="87"/>
                  <a:pt x="154" y="87"/>
                </a:cubicBezTo>
                <a:cubicBezTo>
                  <a:pt x="154" y="2"/>
                  <a:pt x="154" y="2"/>
                  <a:pt x="154" y="2"/>
                </a:cubicBezTo>
                <a:cubicBezTo>
                  <a:pt x="213" y="2"/>
                  <a:pt x="213" y="2"/>
                  <a:pt x="213" y="2"/>
                </a:cubicBezTo>
                <a:cubicBezTo>
                  <a:pt x="213" y="53"/>
                  <a:pt x="213" y="53"/>
                  <a:pt x="213" y="53"/>
                </a:cubicBezTo>
                <a:cubicBezTo>
                  <a:pt x="213" y="53"/>
                  <a:pt x="213" y="53"/>
                  <a:pt x="213" y="53"/>
                </a:cubicBezTo>
                <a:close/>
                <a:moveTo>
                  <a:pt x="180" y="87"/>
                </a:moveTo>
                <a:cubicBezTo>
                  <a:pt x="171" y="87"/>
                  <a:pt x="171" y="87"/>
                  <a:pt x="171" y="87"/>
                </a:cubicBezTo>
                <a:cubicBezTo>
                  <a:pt x="185" y="66"/>
                  <a:pt x="185" y="66"/>
                  <a:pt x="185" y="66"/>
                </a:cubicBezTo>
                <a:cubicBezTo>
                  <a:pt x="180" y="87"/>
                  <a:pt x="180" y="87"/>
                  <a:pt x="180" y="87"/>
                </a:cubicBezTo>
                <a:cubicBezTo>
                  <a:pt x="180" y="87"/>
                  <a:pt x="180" y="87"/>
                  <a:pt x="180" y="87"/>
                </a:cubicBezTo>
                <a:close/>
                <a:moveTo>
                  <a:pt x="145" y="52"/>
                </a:moveTo>
                <a:cubicBezTo>
                  <a:pt x="130" y="52"/>
                  <a:pt x="130" y="52"/>
                  <a:pt x="130" y="52"/>
                </a:cubicBezTo>
                <a:cubicBezTo>
                  <a:pt x="120" y="87"/>
                  <a:pt x="120" y="87"/>
                  <a:pt x="120" y="87"/>
                </a:cubicBezTo>
                <a:cubicBezTo>
                  <a:pt x="104" y="87"/>
                  <a:pt x="104" y="87"/>
                  <a:pt x="104" y="87"/>
                </a:cubicBezTo>
                <a:cubicBezTo>
                  <a:pt x="112" y="84"/>
                  <a:pt x="117" y="78"/>
                  <a:pt x="119" y="70"/>
                </a:cubicBezTo>
                <a:cubicBezTo>
                  <a:pt x="120" y="64"/>
                  <a:pt x="119" y="59"/>
                  <a:pt x="117" y="56"/>
                </a:cubicBezTo>
                <a:cubicBezTo>
                  <a:pt x="113" y="51"/>
                  <a:pt x="105" y="52"/>
                  <a:pt x="98" y="52"/>
                </a:cubicBezTo>
                <a:cubicBezTo>
                  <a:pt x="97" y="52"/>
                  <a:pt x="86" y="52"/>
                  <a:pt x="86" y="52"/>
                </a:cubicBezTo>
                <a:cubicBezTo>
                  <a:pt x="86" y="2"/>
                  <a:pt x="86" y="2"/>
                  <a:pt x="86" y="2"/>
                </a:cubicBezTo>
                <a:cubicBezTo>
                  <a:pt x="145" y="2"/>
                  <a:pt x="145" y="2"/>
                  <a:pt x="145" y="2"/>
                </a:cubicBezTo>
                <a:cubicBezTo>
                  <a:pt x="145" y="52"/>
                  <a:pt x="145" y="52"/>
                  <a:pt x="145" y="52"/>
                </a:cubicBezTo>
                <a:cubicBezTo>
                  <a:pt x="145" y="52"/>
                  <a:pt x="145" y="52"/>
                  <a:pt x="145" y="52"/>
                </a:cubicBezTo>
                <a:close/>
                <a:moveTo>
                  <a:pt x="135" y="87"/>
                </a:moveTo>
                <a:cubicBezTo>
                  <a:pt x="141" y="65"/>
                  <a:pt x="141" y="65"/>
                  <a:pt x="141" y="65"/>
                </a:cubicBezTo>
                <a:cubicBezTo>
                  <a:pt x="142" y="87"/>
                  <a:pt x="142" y="87"/>
                  <a:pt x="142" y="87"/>
                </a:cubicBezTo>
                <a:cubicBezTo>
                  <a:pt x="135" y="87"/>
                  <a:pt x="135" y="87"/>
                  <a:pt x="135" y="87"/>
                </a:cubicBezTo>
                <a:cubicBezTo>
                  <a:pt x="135" y="87"/>
                  <a:pt x="135" y="87"/>
                  <a:pt x="135" y="87"/>
                </a:cubicBezTo>
                <a:close/>
                <a:moveTo>
                  <a:pt x="93" y="79"/>
                </a:moveTo>
                <a:cubicBezTo>
                  <a:pt x="93" y="79"/>
                  <a:pt x="93" y="79"/>
                  <a:pt x="93" y="79"/>
                </a:cubicBezTo>
                <a:cubicBezTo>
                  <a:pt x="92" y="79"/>
                  <a:pt x="91" y="79"/>
                  <a:pt x="91" y="79"/>
                </a:cubicBezTo>
                <a:cubicBezTo>
                  <a:pt x="90" y="79"/>
                  <a:pt x="89" y="79"/>
                  <a:pt x="89" y="79"/>
                </a:cubicBezTo>
                <a:cubicBezTo>
                  <a:pt x="85" y="79"/>
                  <a:pt x="85" y="79"/>
                  <a:pt x="85" y="79"/>
                </a:cubicBezTo>
                <a:cubicBezTo>
                  <a:pt x="87" y="72"/>
                  <a:pt x="87" y="72"/>
                  <a:pt x="87" y="72"/>
                </a:cubicBezTo>
                <a:cubicBezTo>
                  <a:pt x="87" y="69"/>
                  <a:pt x="87" y="69"/>
                  <a:pt x="87" y="69"/>
                </a:cubicBezTo>
                <a:cubicBezTo>
                  <a:pt x="89" y="62"/>
                  <a:pt x="89" y="62"/>
                  <a:pt x="89" y="62"/>
                </a:cubicBezTo>
                <a:cubicBezTo>
                  <a:pt x="90" y="62"/>
                  <a:pt x="91" y="62"/>
                  <a:pt x="92" y="62"/>
                </a:cubicBezTo>
                <a:cubicBezTo>
                  <a:pt x="95" y="62"/>
                  <a:pt x="95" y="62"/>
                  <a:pt x="95" y="62"/>
                </a:cubicBezTo>
                <a:cubicBezTo>
                  <a:pt x="100" y="62"/>
                  <a:pt x="103" y="62"/>
                  <a:pt x="104" y="63"/>
                </a:cubicBezTo>
                <a:cubicBezTo>
                  <a:pt x="105" y="65"/>
                  <a:pt x="105" y="67"/>
                  <a:pt x="104" y="70"/>
                </a:cubicBezTo>
                <a:cubicBezTo>
                  <a:pt x="102" y="75"/>
                  <a:pt x="100" y="78"/>
                  <a:pt x="93" y="79"/>
                </a:cubicBezTo>
                <a:moveTo>
                  <a:pt x="76" y="55"/>
                </a:moveTo>
                <a:cubicBezTo>
                  <a:pt x="75" y="58"/>
                  <a:pt x="75" y="58"/>
                  <a:pt x="75" y="58"/>
                </a:cubicBezTo>
                <a:cubicBezTo>
                  <a:pt x="67" y="86"/>
                  <a:pt x="67" y="86"/>
                  <a:pt x="67" y="86"/>
                </a:cubicBezTo>
                <a:cubicBezTo>
                  <a:pt x="67" y="87"/>
                  <a:pt x="67" y="87"/>
                  <a:pt x="67" y="87"/>
                </a:cubicBezTo>
                <a:cubicBezTo>
                  <a:pt x="39" y="87"/>
                  <a:pt x="39" y="87"/>
                  <a:pt x="39" y="87"/>
                </a:cubicBezTo>
                <a:cubicBezTo>
                  <a:pt x="37" y="82"/>
                  <a:pt x="37" y="82"/>
                  <a:pt x="37" y="82"/>
                </a:cubicBezTo>
                <a:cubicBezTo>
                  <a:pt x="67" y="52"/>
                  <a:pt x="67" y="52"/>
                  <a:pt x="67" y="52"/>
                </a:cubicBezTo>
                <a:cubicBezTo>
                  <a:pt x="48" y="52"/>
                  <a:pt x="48" y="52"/>
                  <a:pt x="48" y="52"/>
                </a:cubicBezTo>
                <a:cubicBezTo>
                  <a:pt x="25" y="77"/>
                  <a:pt x="25" y="77"/>
                  <a:pt x="25" y="77"/>
                </a:cubicBezTo>
                <a:cubicBezTo>
                  <a:pt x="32" y="52"/>
                  <a:pt x="32" y="52"/>
                  <a:pt x="32" y="52"/>
                </a:cubicBezTo>
                <a:cubicBezTo>
                  <a:pt x="18" y="52"/>
                  <a:pt x="18" y="52"/>
                  <a:pt x="18" y="52"/>
                </a:cubicBezTo>
                <a:cubicBezTo>
                  <a:pt x="18" y="2"/>
                  <a:pt x="18" y="2"/>
                  <a:pt x="18" y="2"/>
                </a:cubicBezTo>
                <a:cubicBezTo>
                  <a:pt x="76" y="2"/>
                  <a:pt x="76" y="2"/>
                  <a:pt x="76" y="2"/>
                </a:cubicBezTo>
                <a:cubicBezTo>
                  <a:pt x="76" y="55"/>
                  <a:pt x="76" y="55"/>
                  <a:pt x="76" y="55"/>
                </a:cubicBezTo>
                <a:cubicBezTo>
                  <a:pt x="76" y="55"/>
                  <a:pt x="76" y="55"/>
                  <a:pt x="76" y="55"/>
                </a:cubicBezTo>
                <a:close/>
                <a:moveTo>
                  <a:pt x="22" y="87"/>
                </a:moveTo>
                <a:cubicBezTo>
                  <a:pt x="22" y="87"/>
                  <a:pt x="22" y="87"/>
                  <a:pt x="22" y="87"/>
                </a:cubicBezTo>
                <a:cubicBezTo>
                  <a:pt x="22" y="87"/>
                  <a:pt x="22" y="87"/>
                  <a:pt x="22" y="87"/>
                </a:cubicBezTo>
                <a:cubicBezTo>
                  <a:pt x="22" y="87"/>
                  <a:pt x="22" y="87"/>
                  <a:pt x="22" y="87"/>
                </a:cubicBezTo>
                <a:cubicBezTo>
                  <a:pt x="22" y="87"/>
                  <a:pt x="22" y="87"/>
                  <a:pt x="22" y="87"/>
                </a:cubicBezTo>
                <a:close/>
                <a:moveTo>
                  <a:pt x="220" y="0"/>
                </a:moveTo>
                <a:cubicBezTo>
                  <a:pt x="220" y="57"/>
                  <a:pt x="220" y="57"/>
                  <a:pt x="220" y="57"/>
                </a:cubicBezTo>
                <a:cubicBezTo>
                  <a:pt x="218" y="59"/>
                  <a:pt x="216" y="60"/>
                  <a:pt x="215" y="62"/>
                </a:cubicBezTo>
                <a:cubicBezTo>
                  <a:pt x="215" y="0"/>
                  <a:pt x="215" y="0"/>
                  <a:pt x="215" y="0"/>
                </a:cubicBezTo>
                <a:cubicBezTo>
                  <a:pt x="152" y="0"/>
                  <a:pt x="152" y="0"/>
                  <a:pt x="152" y="0"/>
                </a:cubicBezTo>
                <a:cubicBezTo>
                  <a:pt x="152" y="52"/>
                  <a:pt x="152" y="52"/>
                  <a:pt x="152" y="52"/>
                </a:cubicBezTo>
                <a:cubicBezTo>
                  <a:pt x="147" y="52"/>
                  <a:pt x="147" y="52"/>
                  <a:pt x="147" y="52"/>
                </a:cubicBezTo>
                <a:cubicBezTo>
                  <a:pt x="147" y="0"/>
                  <a:pt x="147" y="0"/>
                  <a:pt x="147" y="0"/>
                </a:cubicBezTo>
                <a:cubicBezTo>
                  <a:pt x="84" y="0"/>
                  <a:pt x="84" y="0"/>
                  <a:pt x="84" y="0"/>
                </a:cubicBezTo>
                <a:cubicBezTo>
                  <a:pt x="84" y="52"/>
                  <a:pt x="84" y="52"/>
                  <a:pt x="84" y="52"/>
                </a:cubicBezTo>
                <a:cubicBezTo>
                  <a:pt x="79" y="52"/>
                  <a:pt x="79" y="52"/>
                  <a:pt x="79" y="52"/>
                </a:cubicBezTo>
                <a:cubicBezTo>
                  <a:pt x="79" y="0"/>
                  <a:pt x="79" y="0"/>
                  <a:pt x="79" y="0"/>
                </a:cubicBezTo>
                <a:cubicBezTo>
                  <a:pt x="16" y="0"/>
                  <a:pt x="16" y="0"/>
                  <a:pt x="16" y="0"/>
                </a:cubicBezTo>
                <a:cubicBezTo>
                  <a:pt x="16" y="59"/>
                  <a:pt x="16" y="59"/>
                  <a:pt x="16" y="59"/>
                </a:cubicBezTo>
                <a:cubicBezTo>
                  <a:pt x="0" y="113"/>
                  <a:pt x="0" y="113"/>
                  <a:pt x="0" y="113"/>
                </a:cubicBezTo>
                <a:cubicBezTo>
                  <a:pt x="14" y="113"/>
                  <a:pt x="14" y="113"/>
                  <a:pt x="14" y="113"/>
                </a:cubicBezTo>
                <a:cubicBezTo>
                  <a:pt x="21" y="89"/>
                  <a:pt x="21" y="89"/>
                  <a:pt x="21" y="89"/>
                </a:cubicBezTo>
                <a:cubicBezTo>
                  <a:pt x="23" y="89"/>
                  <a:pt x="23" y="89"/>
                  <a:pt x="23" y="89"/>
                </a:cubicBezTo>
                <a:cubicBezTo>
                  <a:pt x="35" y="113"/>
                  <a:pt x="35" y="113"/>
                  <a:pt x="35" y="113"/>
                </a:cubicBezTo>
                <a:cubicBezTo>
                  <a:pt x="52" y="113"/>
                  <a:pt x="52" y="113"/>
                  <a:pt x="52" y="113"/>
                </a:cubicBezTo>
                <a:cubicBezTo>
                  <a:pt x="40" y="89"/>
                  <a:pt x="40" y="89"/>
                  <a:pt x="40" y="89"/>
                </a:cubicBezTo>
                <a:cubicBezTo>
                  <a:pt x="66" y="89"/>
                  <a:pt x="66" y="89"/>
                  <a:pt x="66" y="89"/>
                </a:cubicBezTo>
                <a:cubicBezTo>
                  <a:pt x="59" y="113"/>
                  <a:pt x="59" y="113"/>
                  <a:pt x="59" y="113"/>
                </a:cubicBezTo>
                <a:cubicBezTo>
                  <a:pt x="74" y="113"/>
                  <a:pt x="74" y="113"/>
                  <a:pt x="74" y="113"/>
                </a:cubicBezTo>
                <a:cubicBezTo>
                  <a:pt x="81" y="89"/>
                  <a:pt x="81" y="89"/>
                  <a:pt x="81" y="89"/>
                </a:cubicBezTo>
                <a:cubicBezTo>
                  <a:pt x="85" y="89"/>
                  <a:pt x="85" y="89"/>
                  <a:pt x="85" y="89"/>
                </a:cubicBezTo>
                <a:cubicBezTo>
                  <a:pt x="85" y="89"/>
                  <a:pt x="85" y="89"/>
                  <a:pt x="85" y="89"/>
                </a:cubicBezTo>
                <a:cubicBezTo>
                  <a:pt x="90" y="89"/>
                  <a:pt x="90" y="89"/>
                  <a:pt x="90" y="89"/>
                </a:cubicBezTo>
                <a:cubicBezTo>
                  <a:pt x="90" y="89"/>
                  <a:pt x="90" y="89"/>
                  <a:pt x="90" y="89"/>
                </a:cubicBezTo>
                <a:cubicBezTo>
                  <a:pt x="119" y="89"/>
                  <a:pt x="119" y="89"/>
                  <a:pt x="119" y="89"/>
                </a:cubicBezTo>
                <a:cubicBezTo>
                  <a:pt x="112" y="113"/>
                  <a:pt x="112" y="113"/>
                  <a:pt x="112" y="113"/>
                </a:cubicBezTo>
                <a:cubicBezTo>
                  <a:pt x="128" y="113"/>
                  <a:pt x="128" y="113"/>
                  <a:pt x="128" y="113"/>
                </a:cubicBezTo>
                <a:cubicBezTo>
                  <a:pt x="135" y="89"/>
                  <a:pt x="135" y="89"/>
                  <a:pt x="135" y="89"/>
                </a:cubicBezTo>
                <a:cubicBezTo>
                  <a:pt x="142" y="89"/>
                  <a:pt x="142" y="89"/>
                  <a:pt x="142" y="89"/>
                </a:cubicBezTo>
                <a:cubicBezTo>
                  <a:pt x="142" y="113"/>
                  <a:pt x="142" y="113"/>
                  <a:pt x="142" y="113"/>
                </a:cubicBezTo>
                <a:cubicBezTo>
                  <a:pt x="155" y="113"/>
                  <a:pt x="155" y="113"/>
                  <a:pt x="155" y="113"/>
                </a:cubicBezTo>
                <a:cubicBezTo>
                  <a:pt x="170" y="89"/>
                  <a:pt x="170" y="89"/>
                  <a:pt x="170" y="89"/>
                </a:cubicBezTo>
                <a:cubicBezTo>
                  <a:pt x="180" y="89"/>
                  <a:pt x="180" y="89"/>
                  <a:pt x="180" y="89"/>
                </a:cubicBezTo>
                <a:cubicBezTo>
                  <a:pt x="175" y="113"/>
                  <a:pt x="175" y="113"/>
                  <a:pt x="175" y="113"/>
                </a:cubicBezTo>
                <a:cubicBezTo>
                  <a:pt x="190" y="113"/>
                  <a:pt x="190" y="113"/>
                  <a:pt x="190" y="113"/>
                </a:cubicBezTo>
                <a:cubicBezTo>
                  <a:pt x="195" y="89"/>
                  <a:pt x="195" y="89"/>
                  <a:pt x="195" y="89"/>
                </a:cubicBezTo>
                <a:cubicBezTo>
                  <a:pt x="204" y="89"/>
                  <a:pt x="204" y="89"/>
                  <a:pt x="204" y="89"/>
                </a:cubicBezTo>
                <a:cubicBezTo>
                  <a:pt x="203" y="96"/>
                  <a:pt x="205" y="103"/>
                  <a:pt x="210" y="108"/>
                </a:cubicBezTo>
                <a:cubicBezTo>
                  <a:pt x="216" y="113"/>
                  <a:pt x="225" y="114"/>
                  <a:pt x="232" y="114"/>
                </a:cubicBezTo>
                <a:cubicBezTo>
                  <a:pt x="241" y="114"/>
                  <a:pt x="251" y="113"/>
                  <a:pt x="260" y="111"/>
                </a:cubicBezTo>
                <a:cubicBezTo>
                  <a:pt x="266" y="89"/>
                  <a:pt x="266" y="89"/>
                  <a:pt x="266" y="89"/>
                </a:cubicBezTo>
                <a:cubicBezTo>
                  <a:pt x="283" y="89"/>
                  <a:pt x="283" y="89"/>
                  <a:pt x="283" y="89"/>
                </a:cubicBezTo>
                <a:cubicBezTo>
                  <a:pt x="283" y="0"/>
                  <a:pt x="283" y="0"/>
                  <a:pt x="283" y="0"/>
                </a:cubicBezTo>
                <a:cubicBezTo>
                  <a:pt x="220" y="0"/>
                  <a:pt x="220" y="0"/>
                  <a:pt x="220" y="0"/>
                </a:cubicBezTo>
                <a:cubicBezTo>
                  <a:pt x="220" y="0"/>
                  <a:pt x="220" y="0"/>
                  <a:pt x="220" y="0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13" name="Text Placeholder 2"/>
          <p:cNvSpPr>
            <a:spLocks noGrp="1"/>
          </p:cNvSpPr>
          <p:nvPr>
            <p:ph type="body" sz="quarter" idx="11"/>
          </p:nvPr>
        </p:nvSpPr>
        <p:spPr>
          <a:xfrm>
            <a:off x="2729163" y="4771394"/>
            <a:ext cx="7851751" cy="643342"/>
          </a:xfrm>
        </p:spPr>
        <p:txBody>
          <a:bodyPr/>
          <a:lstStyle>
            <a:lvl1pPr>
              <a:buFontTx/>
              <a:buNone/>
              <a:defRPr sz="1100" b="0">
                <a:solidFill>
                  <a:schemeClr val="bg1">
                    <a:lumMod val="65000"/>
                  </a:schemeClr>
                </a:solidFill>
              </a:defRPr>
            </a:lvl1pPr>
            <a:lvl2pPr>
              <a:buFontTx/>
              <a:buNone/>
              <a:defRPr sz="1100" b="0">
                <a:solidFill>
                  <a:schemeClr val="bg1">
                    <a:lumMod val="65000"/>
                  </a:schemeClr>
                </a:solidFill>
              </a:defRPr>
            </a:lvl2pPr>
            <a:lvl3pPr marL="0" indent="0">
              <a:buFontTx/>
              <a:buNone/>
              <a:defRPr sz="900" b="0">
                <a:solidFill>
                  <a:schemeClr val="bg1">
                    <a:lumMod val="65000"/>
                  </a:schemeClr>
                </a:solidFill>
              </a:defRPr>
            </a:lvl3pPr>
            <a:lvl4pPr marL="345600" indent="0">
              <a:buFontTx/>
              <a:buNone/>
              <a:defRPr sz="900" b="0">
                <a:solidFill>
                  <a:schemeClr val="bg1">
                    <a:lumMod val="65000"/>
                  </a:schemeClr>
                </a:solidFill>
              </a:defRPr>
            </a:lvl4pPr>
            <a:lvl5pPr marL="540000" indent="0">
              <a:buFontTx/>
              <a:buNone/>
              <a:defRPr sz="900" b="0">
                <a:solidFill>
                  <a:schemeClr val="bg1">
                    <a:lumMod val="6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2729163" y="5711030"/>
            <a:ext cx="7851751" cy="169277"/>
          </a:xfrm>
        </p:spPr>
        <p:txBody>
          <a:bodyPr>
            <a:noAutofit/>
          </a:bodyPr>
          <a:lstStyle>
            <a:lvl1pPr>
              <a:buFontTx/>
              <a:buNone/>
              <a:defRPr sz="1100" b="0">
                <a:solidFill>
                  <a:schemeClr val="bg1">
                    <a:lumMod val="65000"/>
                  </a:schemeClr>
                </a:solidFill>
              </a:defRPr>
            </a:lvl1pPr>
            <a:lvl2pPr>
              <a:buFontTx/>
              <a:buNone/>
              <a:defRPr sz="900" b="0">
                <a:solidFill>
                  <a:schemeClr val="bg1">
                    <a:lumMod val="65000"/>
                  </a:schemeClr>
                </a:solidFill>
              </a:defRPr>
            </a:lvl2pPr>
            <a:lvl3pPr marL="0" indent="0">
              <a:buFontTx/>
              <a:buNone/>
              <a:defRPr sz="900" b="0">
                <a:solidFill>
                  <a:schemeClr val="bg1">
                    <a:lumMod val="65000"/>
                  </a:schemeClr>
                </a:solidFill>
              </a:defRPr>
            </a:lvl3pPr>
            <a:lvl4pPr marL="345600" indent="0">
              <a:buFontTx/>
              <a:buNone/>
              <a:defRPr sz="900" b="0">
                <a:solidFill>
                  <a:schemeClr val="bg1">
                    <a:lumMod val="65000"/>
                  </a:schemeClr>
                </a:solidFill>
              </a:defRPr>
            </a:lvl4pPr>
            <a:lvl5pPr marL="540000" indent="0">
              <a:buFontTx/>
              <a:buNone/>
              <a:defRPr sz="900" b="0">
                <a:solidFill>
                  <a:schemeClr val="bg1">
                    <a:lumMod val="6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2729163" y="3831758"/>
            <a:ext cx="7851751" cy="643342"/>
          </a:xfrm>
        </p:spPr>
        <p:txBody>
          <a:bodyPr/>
          <a:lstStyle>
            <a:lvl1pPr>
              <a:buFontTx/>
              <a:buNone/>
              <a:defRPr sz="1100" b="0">
                <a:solidFill>
                  <a:schemeClr val="bg1">
                    <a:lumMod val="65000"/>
                  </a:schemeClr>
                </a:solidFill>
              </a:defRPr>
            </a:lvl1pPr>
            <a:lvl2pPr>
              <a:buFontTx/>
              <a:buNone/>
              <a:defRPr sz="1100" b="0">
                <a:solidFill>
                  <a:schemeClr val="bg1">
                    <a:lumMod val="65000"/>
                  </a:schemeClr>
                </a:solidFill>
              </a:defRPr>
            </a:lvl2pPr>
            <a:lvl3pPr marL="0" indent="0">
              <a:buFontTx/>
              <a:buNone/>
              <a:defRPr sz="900" b="0">
                <a:solidFill>
                  <a:schemeClr val="bg1">
                    <a:lumMod val="65000"/>
                  </a:schemeClr>
                </a:solidFill>
              </a:defRPr>
            </a:lvl3pPr>
            <a:lvl4pPr marL="345600" indent="0">
              <a:buFontTx/>
              <a:buNone/>
              <a:defRPr sz="900" b="0">
                <a:solidFill>
                  <a:schemeClr val="bg1">
                    <a:lumMod val="65000"/>
                  </a:schemeClr>
                </a:solidFill>
              </a:defRPr>
            </a:lvl4pPr>
            <a:lvl5pPr marL="540000" indent="0">
              <a:buFontTx/>
              <a:buNone/>
              <a:defRPr sz="900" b="0">
                <a:solidFill>
                  <a:schemeClr val="bg1">
                    <a:lumMod val="6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3" name="Text Placeholder 2"/>
          <p:cNvSpPr>
            <a:spLocks noGrp="1"/>
          </p:cNvSpPr>
          <p:nvPr>
            <p:ph type="body" sz="quarter" idx="14"/>
          </p:nvPr>
        </p:nvSpPr>
        <p:spPr>
          <a:xfrm>
            <a:off x="2729163" y="3480007"/>
            <a:ext cx="2411738" cy="119064"/>
          </a:xfrm>
        </p:spPr>
        <p:txBody>
          <a:bodyPr/>
          <a:lstStyle>
            <a:lvl1pPr>
              <a:buFontTx/>
              <a:buNone/>
              <a:defRPr sz="1200" b="1">
                <a:solidFill>
                  <a:schemeClr val="tx2"/>
                </a:solidFill>
              </a:defRPr>
            </a:lvl1pPr>
            <a:lvl2pPr>
              <a:buFontTx/>
              <a:buNone/>
              <a:defRPr sz="900" b="0">
                <a:solidFill>
                  <a:schemeClr val="bg1">
                    <a:lumMod val="65000"/>
                  </a:schemeClr>
                </a:solidFill>
              </a:defRPr>
            </a:lvl2pPr>
            <a:lvl3pPr marL="0" indent="0">
              <a:buFontTx/>
              <a:buNone/>
              <a:defRPr sz="900" b="0">
                <a:solidFill>
                  <a:schemeClr val="bg1">
                    <a:lumMod val="65000"/>
                  </a:schemeClr>
                </a:solidFill>
              </a:defRPr>
            </a:lvl3pPr>
            <a:lvl4pPr marL="345600" indent="0">
              <a:buFontTx/>
              <a:buNone/>
              <a:defRPr sz="900" b="0">
                <a:solidFill>
                  <a:schemeClr val="bg1">
                    <a:lumMod val="65000"/>
                  </a:schemeClr>
                </a:solidFill>
              </a:defRPr>
            </a:lvl4pPr>
            <a:lvl5pPr marL="540000" indent="0">
              <a:buFontTx/>
              <a:buNone/>
              <a:defRPr sz="900" b="0">
                <a:solidFill>
                  <a:schemeClr val="bg1">
                    <a:lumMod val="6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"/>
          <p:cNvSpPr>
            <a:spLocks noGrp="1"/>
          </p:cNvSpPr>
          <p:nvPr>
            <p:ph type="body" sz="quarter" idx="15"/>
          </p:nvPr>
        </p:nvSpPr>
        <p:spPr>
          <a:xfrm>
            <a:off x="5920501" y="3480007"/>
            <a:ext cx="2361268" cy="119064"/>
          </a:xfrm>
        </p:spPr>
        <p:txBody>
          <a:bodyPr/>
          <a:lstStyle>
            <a:lvl1pPr>
              <a:buFontTx/>
              <a:buNone/>
              <a:defRPr sz="1200" b="1">
                <a:solidFill>
                  <a:schemeClr val="tx2"/>
                </a:solidFill>
              </a:defRPr>
            </a:lvl1pPr>
            <a:lvl2pPr>
              <a:buFontTx/>
              <a:buNone/>
              <a:defRPr sz="900" b="0">
                <a:solidFill>
                  <a:schemeClr val="bg1">
                    <a:lumMod val="65000"/>
                  </a:schemeClr>
                </a:solidFill>
              </a:defRPr>
            </a:lvl2pPr>
            <a:lvl3pPr marL="0" indent="0">
              <a:buFontTx/>
              <a:buNone/>
              <a:defRPr sz="900" b="0">
                <a:solidFill>
                  <a:schemeClr val="bg1">
                    <a:lumMod val="65000"/>
                  </a:schemeClr>
                </a:solidFill>
              </a:defRPr>
            </a:lvl3pPr>
            <a:lvl4pPr marL="345600" indent="0">
              <a:buFontTx/>
              <a:buNone/>
              <a:defRPr sz="900" b="0">
                <a:solidFill>
                  <a:schemeClr val="bg1">
                    <a:lumMod val="65000"/>
                  </a:schemeClr>
                </a:solidFill>
              </a:defRPr>
            </a:lvl4pPr>
            <a:lvl5pPr marL="540000" indent="0">
              <a:buFontTx/>
              <a:buNone/>
              <a:defRPr sz="900" b="0">
                <a:solidFill>
                  <a:schemeClr val="bg1">
                    <a:lumMod val="6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0501" y="2974450"/>
            <a:ext cx="1325883" cy="381001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9163" y="2974450"/>
            <a:ext cx="2523749" cy="384049"/>
          </a:xfrm>
          <a:prstGeom prst="rect">
            <a:avLst/>
          </a:prstGeom>
        </p:spPr>
      </p:pic>
      <p:sp>
        <p:nvSpPr>
          <p:cNvPr id="11" name="TextBox 10"/>
          <p:cNvSpPr txBox="1"/>
          <p:nvPr userDrawn="1"/>
        </p:nvSpPr>
        <p:spPr>
          <a:xfrm>
            <a:off x="2594343" y="6637578"/>
            <a:ext cx="6953693" cy="13536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600" b="1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Document Classification: KPMG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72736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ags" Target="../tags/tag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98400" y="431800"/>
            <a:ext cx="10195200" cy="5334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3201" y="1331360"/>
            <a:ext cx="10194470" cy="4545566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Shape 8"/>
          <p:cNvSpPr txBox="1">
            <a:spLocks/>
          </p:cNvSpPr>
          <p:nvPr userDrawn="1"/>
        </p:nvSpPr>
        <p:spPr>
          <a:xfrm>
            <a:off x="10739438" y="6472275"/>
            <a:ext cx="449655" cy="149412"/>
          </a:xfrm>
          <a:prstGeom prst="rect">
            <a:avLst/>
          </a:prstGeom>
        </p:spPr>
        <p:txBody>
          <a:bodyPr lIns="0" tIns="0" rIns="0" bIns="0" anchor="b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rgbClr val="0061A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86CB4B4D-7CA3-9044-876B-883B54F8677D}" type="slidenum">
              <a:rPr lang="en-US" sz="1000" smtClean="0">
                <a:solidFill>
                  <a:schemeClr val="tx2"/>
                </a:solidFill>
                <a:latin typeface="+mn-lt"/>
                <a:ea typeface="Arial"/>
                <a:cs typeface="Arial" panose="020B0604020202020204" pitchFamily="34" charset="0"/>
              </a:rPr>
              <a:pPr algn="r"/>
              <a:t>‹#›</a:t>
            </a:fld>
            <a:endParaRPr lang="en-US" sz="1000" dirty="0">
              <a:solidFill>
                <a:schemeClr val="tx2"/>
              </a:solidFill>
              <a:latin typeface="+mn-lt"/>
              <a:ea typeface="Arial"/>
              <a:cs typeface="Arial" panose="020B0604020202020204" pitchFamily="34" charset="0"/>
            </a:endParaRPr>
          </a:p>
        </p:txBody>
      </p:sp>
      <p:sp>
        <p:nvSpPr>
          <p:cNvPr id="30" name="TextBox 29"/>
          <p:cNvSpPr txBox="1"/>
          <p:nvPr userDrawn="1">
            <p:custDataLst>
              <p:tags r:id="rId7"/>
            </p:custDataLst>
          </p:nvPr>
        </p:nvSpPr>
        <p:spPr>
          <a:xfrm>
            <a:off x="2234934" y="6602901"/>
            <a:ext cx="7756800" cy="3708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600" kern="1200" noProof="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rPr>
              <a:t>© 2020 KPMG Assurance and Consulting Services LLP, an Indian Limited Liability Partnership and a member firm of the KPMG network of independent member firms affiliated with KPMG International Cooperative ("KPMG International"), a Swiss entity.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521449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09" r:id="rId2"/>
    <p:sldLayoutId id="2147483666" r:id="rId3"/>
    <p:sldLayoutId id="2147483684" r:id="rId4"/>
    <p:sldLayoutId id="2147483667" r:id="rId5"/>
  </p:sldLayoutIdLst>
  <p:txStyles>
    <p:titleStyle>
      <a:lvl1pPr algn="l" defTabSz="914400" rtl="0" eaLnBrk="1" latinLnBrk="0" hangingPunct="1">
        <a:lnSpc>
          <a:spcPct val="70000"/>
        </a:lnSpc>
        <a:spcBef>
          <a:spcPct val="0"/>
        </a:spcBef>
        <a:buNone/>
        <a:defRPr sz="5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Tx/>
        <a:buNone/>
        <a:defRPr sz="1500" b="1" kern="1200">
          <a:solidFill>
            <a:schemeClr val="tx2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Tx/>
        <a:buNone/>
        <a:defRPr sz="1500" kern="1200">
          <a:solidFill>
            <a:schemeClr val="tx2"/>
          </a:solidFill>
          <a:latin typeface="+mn-lt"/>
          <a:ea typeface="+mn-ea"/>
          <a:cs typeface="+mn-cs"/>
        </a:defRPr>
      </a:lvl2pPr>
      <a:lvl3pPr marL="284400" indent="-2844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2"/>
        </a:buClr>
        <a:buFont typeface="Arial" panose="020B0604020202020204" pitchFamily="34" charset="0"/>
        <a:buChar char="—"/>
        <a:defRPr sz="1500" kern="1200">
          <a:solidFill>
            <a:schemeClr val="tx2"/>
          </a:solidFill>
          <a:latin typeface="+mn-lt"/>
          <a:ea typeface="+mn-ea"/>
          <a:cs typeface="+mn-cs"/>
        </a:defRPr>
      </a:lvl3pPr>
      <a:lvl4pPr marL="576000" indent="-2304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2"/>
        </a:buClr>
        <a:buFont typeface="Arial" panose="020B0604020202020204" pitchFamily="34" charset="0"/>
        <a:buChar char="-"/>
        <a:defRPr sz="1500" kern="1200">
          <a:solidFill>
            <a:schemeClr val="tx2"/>
          </a:solidFill>
          <a:latin typeface="+mn-lt"/>
          <a:ea typeface="+mn-ea"/>
          <a:cs typeface="+mn-cs"/>
        </a:defRPr>
      </a:lvl4pPr>
      <a:lvl5pPr marL="824400" indent="-2844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2"/>
        </a:buClr>
        <a:buFont typeface="Arial" panose="020B0604020202020204" pitchFamily="34" charset="0"/>
        <a:buChar char="—"/>
        <a:defRPr sz="15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1098000" indent="-2304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2"/>
        </a:buClr>
        <a:buFont typeface="Arial" panose="020B0604020202020204" pitchFamily="34" charset="0"/>
        <a:buChar char="-"/>
        <a:defRPr sz="1500" kern="1200">
          <a:solidFill>
            <a:schemeClr val="tx2"/>
          </a:solidFill>
          <a:latin typeface="+mn-lt"/>
          <a:ea typeface="+mn-ea"/>
          <a:cs typeface="+mn-cs"/>
        </a:defRPr>
      </a:lvl6pPr>
      <a:lvl7pPr marL="1371600" indent="-2844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2"/>
        </a:buClr>
        <a:buFont typeface="Arial" panose="020B0604020202020204" pitchFamily="34" charset="0"/>
        <a:buChar char="—"/>
        <a:defRPr sz="1500" kern="1200">
          <a:solidFill>
            <a:schemeClr val="tx2"/>
          </a:solidFill>
          <a:latin typeface="+mn-lt"/>
          <a:ea typeface="+mn-ea"/>
          <a:cs typeface="+mn-cs"/>
        </a:defRPr>
      </a:lvl7pPr>
      <a:lvl8pPr marL="16452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2"/>
        </a:buClr>
        <a:buFont typeface="Arial" panose="020B0604020202020204" pitchFamily="34" charset="0"/>
        <a:buChar char="-"/>
        <a:defRPr sz="1500" kern="1200">
          <a:solidFill>
            <a:schemeClr val="tx2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702" userDrawn="1">
          <p15:clr>
            <a:srgbClr val="F26B43"/>
          </p15:clr>
        </p15:guide>
        <p15:guide id="2" pos="627" userDrawn="1">
          <p15:clr>
            <a:srgbClr val="F26B43"/>
          </p15:clr>
        </p15:guide>
        <p15:guide id="3" pos="7055" userDrawn="1">
          <p15:clr>
            <a:srgbClr val="F26B43"/>
          </p15:clr>
        </p15:guide>
        <p15:guide id="4" orient="horz" pos="83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rahulsaxena3@kpmg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ine 6">
            <a:extLst>
              <a:ext uri="{FF2B5EF4-FFF2-40B4-BE49-F238E27FC236}">
                <a16:creationId xmlns:a16="http://schemas.microsoft.com/office/drawing/2014/main" id="{C8A82FA1-A640-6E7F-83D2-83BB764AE83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375214" y="1126124"/>
            <a:ext cx="0" cy="5239165"/>
          </a:xfrm>
          <a:prstGeom prst="line">
            <a:avLst/>
          </a:prstGeom>
          <a:noFill/>
          <a:ln w="6350">
            <a:solidFill>
              <a:srgbClr val="A4C0DC"/>
            </a:solidFill>
            <a:round/>
            <a:headEnd/>
            <a:tailEnd/>
          </a:ln>
        </p:spPr>
        <p:txBody>
          <a:bodyPr anchor="ctr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US" sz="900" dirty="0">
              <a:solidFill>
                <a:srgbClr val="000000"/>
              </a:solidFill>
              <a:latin typeface="Univers for KPMG" panose="020B0603020202020204" pitchFamily="34" charset="0"/>
              <a:cs typeface="Calibri" pitchFamily="34" charset="0"/>
            </a:endParaRP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F108E6DE-D731-EED2-F76C-32D5A2DB65DB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2482637" y="1107029"/>
            <a:ext cx="9592713" cy="548784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itchFamily="34" charset="0"/>
              <a:buNone/>
              <a:defRPr lang="en-US" sz="1000" b="1" kern="1200" noProof="0" dirty="0" smtClean="0">
                <a:solidFill>
                  <a:srgbClr val="00338D"/>
                </a:solidFill>
                <a:latin typeface="Arial"/>
                <a:ea typeface="+mn-ea"/>
                <a:cs typeface="Arial" pitchFamily="34" charset="0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itchFamily="34" charset="0"/>
              <a:buNone/>
              <a:defRPr lang="en-US" sz="1000" b="0" kern="1200" noProof="0" dirty="0" smtClean="0">
                <a:solidFill>
                  <a:schemeClr val="tx1"/>
                </a:solidFill>
                <a:latin typeface="Arial"/>
                <a:ea typeface="+mn-ea"/>
                <a:cs typeface="Arial" pitchFamily="34" charset="0"/>
              </a:defRPr>
            </a:lvl2pPr>
            <a:lvl3pPr marL="177800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rgbClr val="97989A"/>
              </a:buClr>
              <a:buFont typeface="Arial" pitchFamily="34" charset="0"/>
              <a:buChar char="■"/>
              <a:defRPr lang="en-US" sz="1000" b="0" kern="1200" noProof="0" dirty="0" smtClean="0">
                <a:solidFill>
                  <a:schemeClr val="tx1"/>
                </a:solidFill>
                <a:latin typeface="Arial"/>
                <a:ea typeface="+mn-ea"/>
                <a:cs typeface="Arial" pitchFamily="34" charset="0"/>
              </a:defRPr>
            </a:lvl3pPr>
            <a:lvl4pPr marL="355600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rgbClr val="97989A"/>
              </a:buClr>
              <a:buFont typeface="Arial" pitchFamily="34" charset="0"/>
              <a:buChar char="–"/>
              <a:defRPr lang="en-US" sz="1000" b="0" kern="1200" noProof="0" dirty="0" smtClean="0">
                <a:solidFill>
                  <a:schemeClr val="tx1"/>
                </a:solidFill>
                <a:latin typeface="Arial"/>
                <a:ea typeface="+mn-ea"/>
                <a:cs typeface="Arial" pitchFamily="34" charset="0"/>
              </a:defRPr>
            </a:lvl4pPr>
            <a:lvl5pPr marL="534988" indent="-1746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rgbClr val="97989A"/>
              </a:buClr>
              <a:buFont typeface="Arial" pitchFamily="34" charset="0"/>
              <a:buChar char="■"/>
              <a:defRPr lang="en-GB" sz="1000" b="0" kern="1200" baseline="0" noProof="0" dirty="0" smtClean="0">
                <a:solidFill>
                  <a:schemeClr val="tx1"/>
                </a:solidFill>
                <a:latin typeface="Arial"/>
                <a:ea typeface="+mn-ea"/>
                <a:cs typeface="Arial" pitchFamily="34" charset="0"/>
              </a:defRPr>
            </a:lvl5pPr>
            <a:lvl6pPr marL="720725" indent="-1857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rgbClr val="97989A"/>
              </a:buClr>
              <a:buFont typeface="Arial" pitchFamily="34" charset="0"/>
              <a:buChar char="–"/>
              <a:defRPr lang="en-GB" sz="1000" kern="1200" dirty="0" smtClean="0">
                <a:solidFill>
                  <a:schemeClr val="tx1"/>
                </a:solidFill>
                <a:latin typeface="Arial"/>
                <a:ea typeface="+mn-ea"/>
                <a:cs typeface="Arial" pitchFamily="34" charset="0"/>
              </a:defRPr>
            </a:lvl6pPr>
            <a:lvl7pPr marL="895350" indent="-1746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rgbClr val="97989A"/>
              </a:buClr>
              <a:buFont typeface="Arial" pitchFamily="34" charset="0"/>
              <a:buChar char="■"/>
              <a:defRPr lang="en-GB" sz="1000" kern="1200" baseline="0" dirty="0" smtClean="0">
                <a:solidFill>
                  <a:schemeClr val="tx1"/>
                </a:solidFill>
                <a:latin typeface="Arial"/>
                <a:ea typeface="+mn-ea"/>
                <a:cs typeface="Arial" pitchFamily="34" charset="0"/>
              </a:defRPr>
            </a:lvl7pPr>
            <a:lvl8pPr marL="1081088" indent="-1857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rgbClr val="97989A"/>
              </a:buClr>
              <a:buFont typeface="Arial" pitchFamily="34" charset="0"/>
              <a:buChar char="–"/>
              <a:defRPr lang="en-GB" sz="1000" kern="1200" dirty="0" smtClean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8pPr>
            <a:lvl9pPr marL="1255713" indent="-1746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rgbClr val="97989A"/>
              </a:buClr>
              <a:buFont typeface="Arial" pitchFamily="34" charset="0"/>
              <a:buChar char="■"/>
              <a:defRPr lang="en-GB" sz="1000" kern="1200" dirty="0" smtClean="0">
                <a:solidFill>
                  <a:schemeClr val="tx1"/>
                </a:solidFill>
                <a:latin typeface="Arial"/>
                <a:ea typeface="+mn-ea"/>
                <a:cs typeface="Arial" pitchFamily="34" charset="0"/>
              </a:defRPr>
            </a:lvl9pPr>
          </a:lstStyle>
          <a:p>
            <a:pPr marL="0" lvl="2" indent="0" algn="just" defTabSz="378740">
              <a:spcBef>
                <a:spcPts val="0"/>
              </a:spcBef>
              <a:spcAft>
                <a:spcPts val="600"/>
              </a:spcAft>
              <a:buSzPct val="80000"/>
              <a:buNone/>
              <a:defRPr/>
            </a:pPr>
            <a:r>
              <a:rPr lang="en-US" b="1" dirty="0">
                <a:solidFill>
                  <a:srgbClr val="00338D"/>
                </a:solidFill>
                <a:latin typeface="+mn-lt"/>
                <a:cs typeface="Calibri" panose="020F0502020204030204" pitchFamily="34" charset="0"/>
              </a:rPr>
              <a:t>Background</a:t>
            </a:r>
            <a:endParaRPr lang="en-US" b="1" dirty="0">
              <a:latin typeface="+mn-lt"/>
            </a:endParaRPr>
          </a:p>
          <a:p>
            <a:pPr marL="0" lvl="2" indent="0" defTabSz="378740">
              <a:spcBef>
                <a:spcPts val="0"/>
              </a:spcBef>
              <a:spcAft>
                <a:spcPts val="600"/>
              </a:spcAft>
              <a:buSzPct val="80000"/>
              <a:buNone/>
              <a:defRPr/>
            </a:pPr>
            <a:r>
              <a:rPr lang="en-US" dirty="0">
                <a:latin typeface="Univers for KPMG" panose="020B0603020202020204"/>
              </a:rPr>
              <a:t>Rishabh is</a:t>
            </a:r>
            <a:r>
              <a:rPr lang="en-US" b="0" i="0" dirty="0">
                <a:effectLst/>
                <a:latin typeface="Univers for KPMG" panose="020B0603020202020204"/>
              </a:rPr>
              <a:t> a data analyst with two years of experience in </a:t>
            </a:r>
            <a:r>
              <a:rPr lang="en-US" dirty="0">
                <a:latin typeface="Univers for KPMG" panose="020B0603020202020204"/>
                <a:cs typeface="Calibri" panose="020F0502020204030204" pitchFamily="34" charset="0"/>
              </a:rPr>
              <a:t>Data Analytics enabled digital transformation to analyze and creatively interpret data to provide organizations with effective solutions and assist with decision making. He </a:t>
            </a:r>
            <a:r>
              <a:rPr lang="en-US" b="0" i="0" dirty="0">
                <a:effectLst/>
                <a:latin typeface="Univers for KPMG" panose="020B0603020202020204"/>
              </a:rPr>
              <a:t>had the opportunity to work with clients from diverse sectors, including Manufacturing, Healthcare, Telecom, Banking, and Retail. </a:t>
            </a:r>
            <a:r>
              <a:rPr lang="en-US" dirty="0">
                <a:latin typeface="Univers for KPMG" panose="020B0603020202020204"/>
              </a:rPr>
              <a:t>His</a:t>
            </a:r>
            <a:r>
              <a:rPr lang="en-US" b="0" i="0" dirty="0">
                <a:effectLst/>
                <a:latin typeface="Univers for KPMG" panose="020B0603020202020204"/>
              </a:rPr>
              <a:t> expertise lies in utilizing technologies such as Python and SQL databases like MySQL, Postgres, and </a:t>
            </a:r>
            <a:r>
              <a:rPr lang="en-US" b="0" i="0" dirty="0" err="1">
                <a:effectLst/>
                <a:latin typeface="Univers for KPMG" panose="020B0603020202020204"/>
              </a:rPr>
              <a:t>ClickhouseDB</a:t>
            </a:r>
            <a:r>
              <a:rPr lang="en-US" b="0" i="0" dirty="0">
                <a:effectLst/>
                <a:latin typeface="Univers for KPMG" panose="020B0603020202020204"/>
              </a:rPr>
              <a:t>, as well as visualization tools like </a:t>
            </a:r>
            <a:r>
              <a:rPr lang="en-US" b="0" i="0" dirty="0" err="1">
                <a:effectLst/>
                <a:latin typeface="Univers for KPMG" panose="020B0603020202020204"/>
              </a:rPr>
              <a:t>PowerBI</a:t>
            </a:r>
            <a:r>
              <a:rPr lang="en-US" b="0" i="0" dirty="0">
                <a:effectLst/>
                <a:latin typeface="Univers for KPMG" panose="020B0603020202020204"/>
              </a:rPr>
              <a:t> and Apache Superset. </a:t>
            </a:r>
          </a:p>
          <a:p>
            <a:pPr marL="0" lvl="2" indent="0" algn="just" defTabSz="378740">
              <a:spcBef>
                <a:spcPts val="0"/>
              </a:spcBef>
              <a:spcAft>
                <a:spcPts val="600"/>
              </a:spcAft>
              <a:buSzPct val="80000"/>
              <a:buNone/>
              <a:defRPr/>
            </a:pPr>
            <a:r>
              <a:rPr lang="en-US" b="1" dirty="0">
                <a:solidFill>
                  <a:srgbClr val="00338D"/>
                </a:solidFill>
                <a:latin typeface="+mn-lt"/>
                <a:cs typeface="Calibri" panose="020F0502020204030204" pitchFamily="34" charset="0"/>
              </a:rPr>
              <a:t>Professional and Learning Experience</a:t>
            </a:r>
          </a:p>
          <a:p>
            <a:pPr marL="177800" lvl="3" indent="0" defTabSz="378740" fontAlgn="b">
              <a:spcBef>
                <a:spcPts val="200"/>
              </a:spcBef>
              <a:spcAft>
                <a:spcPts val="200"/>
              </a:spcAft>
              <a:buSzPct val="80000"/>
              <a:buNone/>
              <a:defRPr/>
            </a:pPr>
            <a:r>
              <a:rPr lang="en-US" b="1" dirty="0">
                <a:solidFill>
                  <a:srgbClr val="000000"/>
                </a:solidFill>
                <a:latin typeface="+mn-lt"/>
                <a:cs typeface="Calibri" panose="020F0502020204030204" pitchFamily="34" charset="0"/>
              </a:rPr>
              <a:t>Product Reporting using Apache Superset – </a:t>
            </a:r>
            <a:r>
              <a:rPr lang="en-US" b="1" dirty="0" err="1">
                <a:solidFill>
                  <a:srgbClr val="000000"/>
                </a:solidFill>
                <a:latin typeface="+mn-lt"/>
                <a:cs typeface="Calibri" panose="020F0502020204030204" pitchFamily="34" charset="0"/>
              </a:rPr>
              <a:t>Tanla</a:t>
            </a:r>
            <a:r>
              <a:rPr lang="en-US" b="1" dirty="0">
                <a:solidFill>
                  <a:srgbClr val="000000"/>
                </a:solidFill>
                <a:latin typeface="+mn-lt"/>
                <a:cs typeface="Calibri" panose="020F0502020204030204" pitchFamily="34" charset="0"/>
              </a:rPr>
              <a:t> Platforms Ltd (Onsite) </a:t>
            </a:r>
          </a:p>
          <a:p>
            <a:pPr lvl="4" defTabSz="378740" fontAlgn="b">
              <a:spcBef>
                <a:spcPts val="0"/>
              </a:spcBef>
              <a:spcAft>
                <a:spcPts val="200"/>
              </a:spcAft>
              <a:buSzPct val="80000"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000000"/>
                </a:solidFill>
                <a:latin typeface="Univers for KPMG" panose="020B0603020202020204"/>
                <a:cs typeface="Calibri" panose="020F0502020204030204" pitchFamily="34" charset="0"/>
              </a:rPr>
              <a:t>Worked with industry leading </a:t>
            </a:r>
            <a:r>
              <a:rPr lang="en-US" dirty="0" err="1">
                <a:solidFill>
                  <a:srgbClr val="000000"/>
                </a:solidFill>
                <a:latin typeface="Univers for KPMG" panose="020B0603020202020204"/>
                <a:cs typeface="Calibri" panose="020F0502020204030204" pitchFamily="34" charset="0"/>
              </a:rPr>
              <a:t>CPaaS</a:t>
            </a:r>
            <a:r>
              <a:rPr lang="en-US" dirty="0">
                <a:solidFill>
                  <a:srgbClr val="000000"/>
                </a:solidFill>
                <a:latin typeface="Univers for KPMG" panose="020B0603020202020204"/>
                <a:cs typeface="Calibri" panose="020F0502020204030204" pitchFamily="34" charset="0"/>
              </a:rPr>
              <a:t> client to singlehandedly create reports and dashboards churning out insights from their flagship Anti-Phishing product thereby driving business KPIs and identifying critical flaws during the build stage of the product.</a:t>
            </a:r>
          </a:p>
          <a:p>
            <a:pPr lvl="4" defTabSz="378740" fontAlgn="b">
              <a:spcBef>
                <a:spcPts val="0"/>
              </a:spcBef>
              <a:spcAft>
                <a:spcPts val="200"/>
              </a:spcAft>
              <a:buSzPct val="80000"/>
              <a:buFont typeface="Arial" panose="020B0604020202020204" pitchFamily="34" charset="0"/>
              <a:buChar char="•"/>
              <a:defRPr/>
            </a:pPr>
            <a:r>
              <a:rPr lang="en-US" dirty="0">
                <a:latin typeface="Univers for KPMG" panose="020B0603020202020204"/>
              </a:rPr>
              <a:t>P</a:t>
            </a:r>
            <a:r>
              <a:rPr lang="en-US" b="0" i="0" dirty="0">
                <a:effectLst/>
                <a:latin typeface="Univers for KPMG" panose="020B0603020202020204"/>
              </a:rPr>
              <a:t>layed a pivotal role in solidifying Apache Superset's position as a viable solution by </a:t>
            </a:r>
            <a:r>
              <a:rPr lang="en-US" dirty="0">
                <a:latin typeface="Univers for KPMG" panose="020B0603020202020204"/>
              </a:rPr>
              <a:t>taking </a:t>
            </a:r>
            <a:r>
              <a:rPr lang="en-US" b="0" i="0" dirty="0">
                <a:effectLst/>
                <a:latin typeface="Univers for KPMG" panose="020B0603020202020204"/>
              </a:rPr>
              <a:t>the initiative to learn the platform from scratch, conducting extensive feature exploration and actively engaging with its creators and contributors developing </a:t>
            </a:r>
            <a:r>
              <a:rPr lang="en-US" dirty="0">
                <a:solidFill>
                  <a:srgbClr val="000000"/>
                </a:solidFill>
                <a:latin typeface="Univers for KPMG" panose="020B0603020202020204"/>
                <a:cs typeface="Calibri" panose="020F0502020204030204" pitchFamily="34" charset="0"/>
              </a:rPr>
              <a:t>engaging reports optimized for best user experience. Platform POCs were conducted with Vodafone-Idea, HDFC, ICICI and Kotak-Mahindra Bank.</a:t>
            </a:r>
          </a:p>
          <a:p>
            <a:pPr lvl="4" defTabSz="378740" fontAlgn="b">
              <a:spcBef>
                <a:spcPts val="0"/>
              </a:spcBef>
              <a:spcAft>
                <a:spcPts val="200"/>
              </a:spcAft>
              <a:buSzPct val="80000"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000000"/>
                </a:solidFill>
                <a:latin typeface="Univers for KPMG" panose="020B0603020202020204"/>
                <a:cs typeface="Calibri" panose="020F0502020204030204" pitchFamily="34" charset="0"/>
              </a:rPr>
              <a:t>Single handedly designed data model and wrote SQL queries to process more than 30 million transactions per day.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Univers for KPMG" panose="020B0603020202020204"/>
                <a:cs typeface="Calibri" panose="020F0502020204030204" pitchFamily="34" charset="0"/>
              </a:rPr>
              <a:t> </a:t>
            </a:r>
          </a:p>
          <a:p>
            <a:pPr marL="177800" lvl="3" indent="0" defTabSz="378740" fontAlgn="b">
              <a:spcBef>
                <a:spcPts val="200"/>
              </a:spcBef>
              <a:spcAft>
                <a:spcPts val="200"/>
              </a:spcAft>
              <a:buSzPct val="80000"/>
              <a:buNone/>
              <a:defRPr/>
            </a:pPr>
            <a:r>
              <a:rPr lang="en-US" b="1" dirty="0">
                <a:solidFill>
                  <a:srgbClr val="000000"/>
                </a:solidFill>
                <a:latin typeface="+mn-lt"/>
                <a:cs typeface="Calibri" panose="020F0502020204030204" pitchFamily="34" charset="0"/>
              </a:rPr>
              <a:t>Procurement Process Reporting using </a:t>
            </a:r>
            <a:r>
              <a:rPr lang="en-US" b="1" dirty="0" err="1">
                <a:solidFill>
                  <a:srgbClr val="000000"/>
                </a:solidFill>
                <a:latin typeface="+mn-lt"/>
                <a:cs typeface="Calibri" panose="020F0502020204030204" pitchFamily="34" charset="0"/>
              </a:rPr>
              <a:t>PowerBI</a:t>
            </a:r>
            <a:r>
              <a:rPr lang="en-US" b="1" dirty="0">
                <a:solidFill>
                  <a:srgbClr val="000000"/>
                </a:solidFill>
                <a:latin typeface="+mn-lt"/>
                <a:cs typeface="Calibri" panose="020F0502020204030204" pitchFamily="34" charset="0"/>
              </a:rPr>
              <a:t> – Kirloskar Brothers Ltd. (Onsite)</a:t>
            </a:r>
          </a:p>
          <a:p>
            <a:pPr lvl="4" defTabSz="378740" fontAlgn="b">
              <a:spcBef>
                <a:spcPts val="0"/>
              </a:spcBef>
              <a:spcAft>
                <a:spcPts val="200"/>
              </a:spcAft>
              <a:buSzPct val="80000"/>
              <a:buFont typeface="Arial" panose="020B0604020202020204" pitchFamily="34" charset="0"/>
              <a:buChar char="•"/>
              <a:defRPr/>
            </a:pPr>
            <a:r>
              <a:rPr lang="en-US" dirty="0" err="1">
                <a:latin typeface="Univers for KPMG" panose="020B0603020202020204"/>
                <a:cs typeface="Calibri" panose="020F0502020204030204" pitchFamily="34" charset="0"/>
              </a:rPr>
              <a:t>Utilised</a:t>
            </a:r>
            <a:r>
              <a:rPr lang="en-US" dirty="0">
                <a:latin typeface="Univers for KPMG" panose="020B0603020202020204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Univers for KPMG" panose="020B0603020202020204"/>
                <a:cs typeface="Calibri" panose="020F0502020204030204" pitchFamily="34" charset="0"/>
              </a:rPr>
              <a:t>PowerBI</a:t>
            </a:r>
            <a:r>
              <a:rPr lang="en-US" dirty="0">
                <a:latin typeface="Univers for KPMG" panose="020B0603020202020204"/>
                <a:cs typeface="Calibri" panose="020F0502020204030204" pitchFamily="34" charset="0"/>
              </a:rPr>
              <a:t> as a visualization tool and SQL server as data warehouse for creating dashboards providing insights into Procurement process.</a:t>
            </a:r>
          </a:p>
          <a:p>
            <a:pPr lvl="4" defTabSz="378740" fontAlgn="b">
              <a:spcBef>
                <a:spcPts val="0"/>
              </a:spcBef>
              <a:spcAft>
                <a:spcPts val="200"/>
              </a:spcAft>
              <a:buSzPct val="80000"/>
              <a:buFont typeface="Arial" panose="020B0604020202020204" pitchFamily="34" charset="0"/>
              <a:buChar char="•"/>
              <a:defRPr/>
            </a:pPr>
            <a:r>
              <a:rPr lang="en-US" dirty="0">
                <a:latin typeface="Univers for KPMG" panose="020B0603020202020204"/>
                <a:cs typeface="Calibri" panose="020F0502020204030204" pitchFamily="34" charset="0"/>
              </a:rPr>
              <a:t>Created data pipelines using Python for automation of data loading and transformation</a:t>
            </a:r>
            <a:r>
              <a:rPr lang="en-US" dirty="0">
                <a:solidFill>
                  <a:srgbClr val="000000"/>
                </a:solidFill>
                <a:latin typeface="Univers for KPMG" panose="020B0603020202020204"/>
                <a:cs typeface="Calibri" panose="020F0502020204030204" pitchFamily="34" charset="0"/>
              </a:rPr>
              <a:t> from FTP to SQL server.</a:t>
            </a:r>
          </a:p>
          <a:p>
            <a:pPr marL="177800" lvl="3" indent="0" defTabSz="378740" fontAlgn="b">
              <a:spcBef>
                <a:spcPts val="200"/>
              </a:spcBef>
              <a:spcAft>
                <a:spcPts val="200"/>
              </a:spcAft>
              <a:buSzPct val="80000"/>
              <a:buNone/>
              <a:defRPr/>
            </a:pPr>
            <a:r>
              <a:rPr lang="en-US" b="1" dirty="0">
                <a:solidFill>
                  <a:srgbClr val="000000"/>
                </a:solidFill>
                <a:latin typeface="+mn-lt"/>
                <a:cs typeface="Calibri" panose="020F0502020204030204" pitchFamily="34" charset="0"/>
              </a:rPr>
              <a:t>Revenue Assurance using Oracle – Axis Bank</a:t>
            </a:r>
          </a:p>
          <a:p>
            <a:pPr lvl="4" defTabSz="378740" fontAlgn="b">
              <a:spcBef>
                <a:spcPts val="0"/>
              </a:spcBef>
              <a:spcAft>
                <a:spcPts val="200"/>
              </a:spcAft>
              <a:buSzPct val="80000"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000000"/>
                </a:solidFill>
                <a:latin typeface="Univers for KPMG" panose="020B0603020202020204"/>
                <a:cs typeface="Calibri" panose="020F0502020204030204" pitchFamily="34" charset="0"/>
              </a:rPr>
              <a:t>Executed KPIs for assessment of revenue leakage in various products/services offered by them like Credit Card, Merchant Discount Rates and Treasury. </a:t>
            </a:r>
            <a:endParaRPr lang="en-US" dirty="0">
              <a:solidFill>
                <a:srgbClr val="000000"/>
              </a:solidFill>
              <a:highlight>
                <a:srgbClr val="FFFF00"/>
              </a:highlight>
              <a:latin typeface="Univers for KPMG" panose="020B0603020202020204"/>
              <a:cs typeface="Calibri" panose="020F0502020204030204" pitchFamily="34" charset="0"/>
            </a:endParaRPr>
          </a:p>
          <a:p>
            <a:pPr lvl="4" defTabSz="378740" fontAlgn="b">
              <a:spcBef>
                <a:spcPts val="0"/>
              </a:spcBef>
              <a:spcAft>
                <a:spcPts val="200"/>
              </a:spcAft>
              <a:buSzPct val="80000"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000000"/>
                </a:solidFill>
                <a:latin typeface="Univers for KPMG" panose="020B0603020202020204"/>
                <a:cs typeface="Calibri" panose="020F0502020204030204" pitchFamily="34" charset="0"/>
              </a:rPr>
              <a:t>Used Oracle DB to write logics and evaluate KPIs in a time effective manner thereby facilitating client to take business decisions to minimize the revenue leakage.</a:t>
            </a:r>
          </a:p>
          <a:p>
            <a:pPr marL="177800" lvl="3" indent="0" defTabSz="378740" fontAlgn="b">
              <a:spcBef>
                <a:spcPts val="200"/>
              </a:spcBef>
              <a:spcAft>
                <a:spcPts val="200"/>
              </a:spcAft>
              <a:buSzPct val="80000"/>
              <a:buNone/>
              <a:defRPr/>
            </a:pPr>
            <a:r>
              <a:rPr lang="en-US" b="1" dirty="0">
                <a:solidFill>
                  <a:srgbClr val="000000"/>
                </a:solidFill>
                <a:latin typeface="+mn-lt"/>
                <a:cs typeface="Calibri" panose="020F0502020204030204" pitchFamily="34" charset="0"/>
              </a:rPr>
              <a:t>Audit process automation using Python - KGS</a:t>
            </a:r>
          </a:p>
          <a:p>
            <a:pPr lvl="4" defTabSz="378740" fontAlgn="b">
              <a:spcBef>
                <a:spcPts val="0"/>
              </a:spcBef>
              <a:spcAft>
                <a:spcPts val="200"/>
              </a:spcAft>
              <a:buSzPct val="80000"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000000"/>
                </a:solidFill>
                <a:latin typeface="Univers for KPMG" panose="020B0603020202020204"/>
                <a:cs typeface="Calibri" panose="020F0502020204030204" pitchFamily="34" charset="0"/>
              </a:rPr>
              <a:t>Automated various audit processes using python for KGS’s IPA platform which can be accessed on a pay per use model.</a:t>
            </a:r>
          </a:p>
          <a:p>
            <a:pPr lvl="4" defTabSz="378740" fontAlgn="b">
              <a:spcBef>
                <a:spcPts val="0"/>
              </a:spcBef>
              <a:spcAft>
                <a:spcPts val="200"/>
              </a:spcAft>
              <a:buSzPct val="80000"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000000"/>
                </a:solidFill>
                <a:latin typeface="Univers for KPMG" panose="020B0603020202020204"/>
                <a:cs typeface="Calibri" panose="020F0502020204030204" pitchFamily="34" charset="0"/>
              </a:rPr>
              <a:t>Used </a:t>
            </a:r>
            <a:r>
              <a:rPr lang="en-US" b="1" dirty="0">
                <a:solidFill>
                  <a:srgbClr val="000000"/>
                </a:solidFill>
                <a:latin typeface="Univers for KPMG" panose="020B0603020202020204"/>
                <a:cs typeface="Calibri" panose="020F0502020204030204" pitchFamily="34" charset="0"/>
              </a:rPr>
              <a:t>Pandas </a:t>
            </a:r>
            <a:r>
              <a:rPr lang="en-US" dirty="0">
                <a:solidFill>
                  <a:srgbClr val="000000"/>
                </a:solidFill>
                <a:latin typeface="Univers for KPMG" panose="020B0603020202020204"/>
                <a:cs typeface="Calibri" panose="020F0502020204030204" pitchFamily="34" charset="0"/>
              </a:rPr>
              <a:t>module in Python for importing excel files into dataframes and performing calculations as per the defined functional logic.</a:t>
            </a:r>
          </a:p>
          <a:p>
            <a:pPr marL="177800" lvl="3" indent="0" defTabSz="378740" fontAlgn="b">
              <a:spcBef>
                <a:spcPts val="200"/>
              </a:spcBef>
              <a:spcAft>
                <a:spcPts val="200"/>
              </a:spcAft>
              <a:buSzPct val="80000"/>
              <a:buNone/>
              <a:defRPr/>
            </a:pPr>
            <a:r>
              <a:rPr lang="en-US" b="1" dirty="0">
                <a:solidFill>
                  <a:srgbClr val="000000"/>
                </a:solidFill>
                <a:latin typeface="+mn-lt"/>
                <a:cs typeface="Calibri" panose="020F0502020204030204" pitchFamily="34" charset="0"/>
              </a:rPr>
              <a:t>Data Analytics using SQL – Alfa Laval Sweden</a:t>
            </a:r>
          </a:p>
          <a:p>
            <a:pPr lvl="4" defTabSz="378740" fontAlgn="b">
              <a:spcBef>
                <a:spcPts val="200"/>
              </a:spcBef>
              <a:spcAft>
                <a:spcPts val="200"/>
              </a:spcAft>
              <a:buSzPct val="80000"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000000"/>
                </a:solidFill>
                <a:latin typeface="Univers for KPMG" panose="020B0603020202020204"/>
                <a:cs typeface="Calibri" panose="020F0502020204030204" pitchFamily="34" charset="0"/>
              </a:rPr>
              <a:t>Analyzed various risk and fraud related indicators on data using Postgres on defined parameters by the functional team. </a:t>
            </a:r>
          </a:p>
          <a:p>
            <a:pPr lvl="4" defTabSz="378740" fontAlgn="b">
              <a:spcBef>
                <a:spcPts val="200"/>
              </a:spcBef>
              <a:spcAft>
                <a:spcPts val="200"/>
              </a:spcAft>
              <a:buSzPct val="80000"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000000"/>
                </a:solidFill>
                <a:latin typeface="Univers for KPMG" panose="020B0603020202020204"/>
                <a:cs typeface="Calibri" panose="020F0502020204030204" pitchFamily="34" charset="0"/>
              </a:rPr>
              <a:t>Effectively managed functional aspects of the process and handled client communication while working on technical aspects of the deliverable.</a:t>
            </a:r>
          </a:p>
          <a:p>
            <a:pPr marL="180975" lvl="3" indent="0" defTabSz="378740" fontAlgn="b">
              <a:spcBef>
                <a:spcPts val="200"/>
              </a:spcBef>
              <a:spcAft>
                <a:spcPts val="200"/>
              </a:spcAft>
              <a:buSzPct val="80000"/>
              <a:buNone/>
              <a:defRPr/>
            </a:pPr>
            <a:r>
              <a:rPr lang="en-US" b="1" dirty="0">
                <a:solidFill>
                  <a:srgbClr val="000000"/>
                </a:solidFill>
                <a:latin typeface="+mn-lt"/>
                <a:cs typeface="Calibri" panose="020F0502020204030204" pitchFamily="34" charset="0"/>
              </a:rPr>
              <a:t>Product management and UAT – Dr Reddy Labs</a:t>
            </a:r>
          </a:p>
          <a:p>
            <a:pPr lvl="4" defTabSz="378740" fontAlgn="b">
              <a:spcBef>
                <a:spcPts val="0"/>
              </a:spcBef>
              <a:spcAft>
                <a:spcPts val="200"/>
              </a:spcAft>
              <a:buSzPct val="80000"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000000"/>
                </a:solidFill>
                <a:latin typeface="Univers for KPMG" panose="020B0603020202020204"/>
                <a:cs typeface="Calibri" panose="020F0502020204030204" pitchFamily="34" charset="0"/>
              </a:rPr>
              <a:t>Worked as an assistant product manager for development of full suite healthcare platform offering for doctor appointment, patient queries, medicine order and patient profiling.</a:t>
            </a:r>
          </a:p>
          <a:p>
            <a:pPr lvl="4" defTabSz="378740" fontAlgn="b">
              <a:spcBef>
                <a:spcPts val="0"/>
              </a:spcBef>
              <a:spcAft>
                <a:spcPts val="200"/>
              </a:spcAft>
              <a:buSzPct val="80000"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000000"/>
                </a:solidFill>
                <a:latin typeface="Univers for KPMG" panose="020B0603020202020204"/>
                <a:cs typeface="Calibri" panose="020F0502020204030204" pitchFamily="34" charset="0"/>
              </a:rPr>
              <a:t>Performed User Acceptance Testing on the admin platform and API testing using </a:t>
            </a:r>
            <a:r>
              <a:rPr lang="en-US" dirty="0" err="1">
                <a:solidFill>
                  <a:srgbClr val="000000"/>
                </a:solidFill>
                <a:latin typeface="Univers for KPMG" panose="020B0603020202020204"/>
                <a:cs typeface="Calibri" panose="020F0502020204030204" pitchFamily="34" charset="0"/>
              </a:rPr>
              <a:t>GraphQL</a:t>
            </a:r>
            <a:r>
              <a:rPr lang="en-US" dirty="0">
                <a:solidFill>
                  <a:srgbClr val="000000"/>
                </a:solidFill>
                <a:latin typeface="Univers for KPMG" panose="020B0603020202020204"/>
                <a:cs typeface="Calibri" panose="020F0502020204030204" pitchFamily="34" charset="0"/>
              </a:rPr>
              <a:t> on APIs being consumed by the platform for onboarding stakeholders.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7F7705BC-BCC0-127B-19D6-EDA701B421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650" y="2655783"/>
            <a:ext cx="2258562" cy="37625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11723" defTabSz="844083">
              <a:defRPr/>
            </a:pPr>
            <a:r>
              <a:rPr lang="en-US" sz="1000" b="1" kern="0" dirty="0">
                <a:solidFill>
                  <a:srgbClr val="0C2D83"/>
                </a:solidFill>
                <a:latin typeface="Univers for KPMG" panose="020B0603020202020204" pitchFamily="34" charset="0"/>
                <a:cs typeface="Calibri" panose="020F0502020204030204" pitchFamily="34" charset="0"/>
              </a:rPr>
              <a:t>Rishabh Tripathi</a:t>
            </a:r>
          </a:p>
          <a:p>
            <a:pPr marL="11723" defTabSz="378740">
              <a:defRPr/>
            </a:pPr>
            <a:r>
              <a:rPr lang="en-GB" sz="1000" dirty="0">
                <a:solidFill>
                  <a:srgbClr val="000000"/>
                </a:solidFill>
                <a:latin typeface="Univers for KPMG" panose="020B0603020202020204" pitchFamily="34" charset="0"/>
                <a:cs typeface="Calibri" panose="020F0502020204030204" pitchFamily="34" charset="0"/>
              </a:rPr>
              <a:t>KPMG India</a:t>
            </a:r>
            <a:endParaRPr lang="en-GB" sz="1000" kern="0" dirty="0">
              <a:solidFill>
                <a:srgbClr val="000000"/>
              </a:solidFill>
              <a:latin typeface="Univers for KPMG" panose="020B0603020202020204" pitchFamily="34" charset="0"/>
              <a:cs typeface="Calibri" panose="020F0502020204030204" pitchFamily="34" charset="0"/>
            </a:endParaRPr>
          </a:p>
          <a:p>
            <a:pPr>
              <a:defRPr/>
            </a:pPr>
            <a:r>
              <a:rPr lang="en-US" sz="1000" kern="0" dirty="0">
                <a:solidFill>
                  <a:sysClr val="windowText" lastClr="000000"/>
                </a:solidFill>
                <a:latin typeface="Univers for KPMG" panose="020B0603020202020204" pitchFamily="34" charset="0"/>
                <a:cs typeface="Calibri" panose="020F0502020204030204" pitchFamily="34" charset="0"/>
                <a:hlinkClick r:id="rId3"/>
              </a:rPr>
              <a:t>rishabhtripathi1@kpmg.com</a:t>
            </a:r>
            <a:endParaRPr lang="en-US" sz="1000" kern="0" dirty="0">
              <a:solidFill>
                <a:sysClr val="windowText" lastClr="000000"/>
              </a:solidFill>
              <a:latin typeface="Univers for KPMG" panose="020B0603020202020204" pitchFamily="34" charset="0"/>
              <a:cs typeface="Calibri" panose="020F0502020204030204" pitchFamily="34" charset="0"/>
            </a:endParaRPr>
          </a:p>
          <a:p>
            <a:pPr>
              <a:defRPr/>
            </a:pPr>
            <a:r>
              <a:rPr lang="en-US" sz="1000" kern="0" dirty="0">
                <a:solidFill>
                  <a:sysClr val="windowText" lastClr="000000"/>
                </a:solidFill>
                <a:latin typeface="Univers for KPMG" panose="020B0603020202020204" pitchFamily="34" charset="0"/>
                <a:cs typeface="Calibri" panose="020F0502020204030204" pitchFamily="34" charset="0"/>
              </a:rPr>
              <a:t>+91 8840454485</a:t>
            </a:r>
          </a:p>
          <a:p>
            <a:pPr>
              <a:defRPr/>
            </a:pPr>
            <a:endParaRPr lang="en-US" sz="1000" b="1" kern="0" dirty="0">
              <a:solidFill>
                <a:srgbClr val="00338D"/>
              </a:solidFill>
              <a:latin typeface="Univers for KPMG" panose="020B0603020202020204" pitchFamily="34" charset="0"/>
              <a:cs typeface="Calibri" panose="020F0502020204030204" pitchFamily="34" charset="0"/>
            </a:endParaRPr>
          </a:p>
          <a:p>
            <a:pPr defTabSz="844083">
              <a:tabLst>
                <a:tab pos="274034" algn="l"/>
              </a:tabLst>
              <a:defRPr/>
            </a:pPr>
            <a:r>
              <a:rPr lang="en-US" sz="1000" b="1" kern="0" dirty="0">
                <a:solidFill>
                  <a:srgbClr val="00338D"/>
                </a:solidFill>
                <a:latin typeface="Univers for KPMG" panose="020B0603020202020204"/>
                <a:cs typeface="Calibri" panose="020F0502020204030204" pitchFamily="34" charset="0"/>
              </a:rPr>
              <a:t>Function and Specialization</a:t>
            </a:r>
          </a:p>
          <a:p>
            <a:pPr marL="171450" indent="-171450" defTabSz="844083">
              <a:buFont typeface="Arial" panose="020B0604020202020204" pitchFamily="34" charset="0"/>
              <a:buChar char="•"/>
              <a:tabLst>
                <a:tab pos="274034" algn="l"/>
              </a:tabLst>
              <a:defRPr/>
            </a:pPr>
            <a:r>
              <a:rPr lang="en-US" sz="1000" kern="0" dirty="0">
                <a:solidFill>
                  <a:srgbClr val="000000"/>
                </a:solidFill>
                <a:latin typeface="Univers for KPMG" panose="020B0603020202020204"/>
                <a:ea typeface="Times New Roman" pitchFamily="18" charset="0"/>
                <a:cs typeface="Calibri" panose="020F0502020204030204" pitchFamily="34" charset="0"/>
              </a:rPr>
              <a:t>Data Analysis using Python &amp; SQL.</a:t>
            </a:r>
          </a:p>
          <a:p>
            <a:pPr marL="171450" indent="-171450" defTabSz="844083">
              <a:buFont typeface="Arial" panose="020B0604020202020204" pitchFamily="34" charset="0"/>
              <a:buChar char="•"/>
              <a:tabLst>
                <a:tab pos="274034" algn="l"/>
              </a:tabLst>
              <a:defRPr/>
            </a:pPr>
            <a:r>
              <a:rPr lang="en-US" sz="1000" kern="0" dirty="0">
                <a:solidFill>
                  <a:srgbClr val="000000"/>
                </a:solidFill>
                <a:latin typeface="Univers for KPMG" panose="020B0603020202020204"/>
                <a:ea typeface="Times New Roman" pitchFamily="18" charset="0"/>
                <a:cs typeface="Calibri" panose="020F0502020204030204" pitchFamily="34" charset="0"/>
              </a:rPr>
              <a:t>Apache Superset and </a:t>
            </a:r>
            <a:r>
              <a:rPr lang="en-US" sz="1000" kern="0" dirty="0" err="1">
                <a:solidFill>
                  <a:srgbClr val="000000"/>
                </a:solidFill>
                <a:latin typeface="Univers for KPMG" panose="020B0603020202020204"/>
                <a:ea typeface="Times New Roman" pitchFamily="18" charset="0"/>
                <a:cs typeface="Calibri" panose="020F0502020204030204" pitchFamily="34" charset="0"/>
              </a:rPr>
              <a:t>PowerBI</a:t>
            </a:r>
            <a:r>
              <a:rPr lang="en-US" sz="1000" kern="0" dirty="0">
                <a:solidFill>
                  <a:srgbClr val="000000"/>
                </a:solidFill>
                <a:latin typeface="Univers for KPMG" panose="020B0603020202020204"/>
                <a:ea typeface="Times New Roman" pitchFamily="18" charset="0"/>
                <a:cs typeface="Calibri" panose="020F0502020204030204" pitchFamily="34" charset="0"/>
              </a:rPr>
              <a:t>.</a:t>
            </a:r>
          </a:p>
          <a:p>
            <a:pPr marL="171450" indent="-171450" defTabSz="844083">
              <a:buFont typeface="Arial" panose="020B0604020202020204" pitchFamily="34" charset="0"/>
              <a:buChar char="•"/>
              <a:tabLst>
                <a:tab pos="274034" algn="l"/>
              </a:tabLst>
              <a:defRPr/>
            </a:pPr>
            <a:r>
              <a:rPr lang="en-US" sz="1000" kern="0" dirty="0">
                <a:solidFill>
                  <a:srgbClr val="000000"/>
                </a:solidFill>
                <a:latin typeface="Univers for KPMG" panose="020B0603020202020204"/>
                <a:ea typeface="Times New Roman" pitchFamily="18" charset="0"/>
                <a:cs typeface="Calibri" panose="020F0502020204030204" pitchFamily="34" charset="0"/>
              </a:rPr>
              <a:t>Relational Databases – MySQL ,Postgres, </a:t>
            </a:r>
            <a:r>
              <a:rPr lang="en-US" sz="1000" kern="0" dirty="0" err="1">
                <a:solidFill>
                  <a:srgbClr val="000000"/>
                </a:solidFill>
                <a:latin typeface="Univers for KPMG" panose="020B0603020202020204"/>
                <a:ea typeface="Times New Roman" pitchFamily="18" charset="0"/>
                <a:cs typeface="Calibri" panose="020F0502020204030204" pitchFamily="34" charset="0"/>
              </a:rPr>
              <a:t>Clickhouse</a:t>
            </a:r>
            <a:r>
              <a:rPr lang="en-US" sz="1000" kern="0" dirty="0">
                <a:solidFill>
                  <a:srgbClr val="000000"/>
                </a:solidFill>
                <a:latin typeface="Univers for KPMG" panose="020B0603020202020204"/>
                <a:ea typeface="Times New Roman" pitchFamily="18" charset="0"/>
                <a:cs typeface="Calibri" panose="020F0502020204030204" pitchFamily="34" charset="0"/>
              </a:rPr>
              <a:t>, Oracle</a:t>
            </a:r>
          </a:p>
          <a:p>
            <a:pPr marL="171450" indent="-171450" defTabSz="844083">
              <a:buFont typeface="Arial" panose="020B0604020202020204" pitchFamily="34" charset="0"/>
              <a:buChar char="•"/>
              <a:tabLst>
                <a:tab pos="274034" algn="l"/>
              </a:tabLst>
              <a:defRPr/>
            </a:pPr>
            <a:r>
              <a:rPr lang="en-US" sz="1000" kern="0" dirty="0">
                <a:solidFill>
                  <a:srgbClr val="000000"/>
                </a:solidFill>
                <a:latin typeface="Univers for KPMG" panose="020B0603020202020204"/>
                <a:ea typeface="Times New Roman" pitchFamily="18" charset="0"/>
                <a:cs typeface="Calibri" panose="020F0502020204030204" pitchFamily="34" charset="0"/>
              </a:rPr>
              <a:t>DevOps tools (Docker, Jenkins, Git, Prometheus, etc.) </a:t>
            </a:r>
          </a:p>
          <a:p>
            <a:pPr marL="171450" indent="-171450" defTabSz="844083">
              <a:buFont typeface="Arial" panose="020B0604020202020204" pitchFamily="34" charset="0"/>
              <a:buChar char="•"/>
              <a:tabLst>
                <a:tab pos="274034" algn="l"/>
              </a:tabLst>
              <a:defRPr/>
            </a:pPr>
            <a:r>
              <a:rPr lang="en-US" sz="1000" kern="0" dirty="0">
                <a:solidFill>
                  <a:srgbClr val="000000"/>
                </a:solidFill>
                <a:latin typeface="Univers for KPMG" panose="020B0603020202020204"/>
                <a:ea typeface="Times New Roman" pitchFamily="18" charset="0"/>
                <a:cs typeface="Calibri" panose="020F0502020204030204" pitchFamily="34" charset="0"/>
              </a:rPr>
              <a:t>UAT, Jira and </a:t>
            </a:r>
            <a:r>
              <a:rPr lang="en-US" sz="1000" kern="0" dirty="0" err="1">
                <a:solidFill>
                  <a:srgbClr val="000000"/>
                </a:solidFill>
                <a:latin typeface="Univers for KPMG" panose="020B0603020202020204"/>
                <a:ea typeface="Times New Roman" pitchFamily="18" charset="0"/>
                <a:cs typeface="Calibri" panose="020F0502020204030204" pitchFamily="34" charset="0"/>
              </a:rPr>
              <a:t>GraphQL</a:t>
            </a:r>
            <a:r>
              <a:rPr lang="en-US" sz="1000" kern="0" dirty="0">
                <a:solidFill>
                  <a:srgbClr val="000000"/>
                </a:solidFill>
                <a:latin typeface="Univers for KPMG" panose="020B0603020202020204"/>
                <a:ea typeface="Times New Roman" pitchFamily="18" charset="0"/>
                <a:cs typeface="Calibri" panose="020F0502020204030204" pitchFamily="34" charset="0"/>
              </a:rPr>
              <a:t> API testing</a:t>
            </a:r>
          </a:p>
          <a:p>
            <a:pPr defTabSz="844083">
              <a:lnSpc>
                <a:spcPct val="85000"/>
              </a:lnSpc>
              <a:tabLst>
                <a:tab pos="274034" algn="l"/>
              </a:tabLst>
              <a:defRPr/>
            </a:pPr>
            <a:endParaRPr lang="en-US" sz="1000" b="1" kern="0" dirty="0">
              <a:solidFill>
                <a:srgbClr val="00338D"/>
              </a:solidFill>
              <a:latin typeface="Univers for KPMG" panose="020B0603020202020204"/>
              <a:cs typeface="Calibri" panose="020F0502020204030204" pitchFamily="34" charset="0"/>
            </a:endParaRPr>
          </a:p>
          <a:p>
            <a:pPr defTabSz="844083" eaLnBrk="0" hangingPunct="0">
              <a:tabLst>
                <a:tab pos="274034" algn="l"/>
              </a:tabLst>
              <a:defRPr/>
            </a:pPr>
            <a:r>
              <a:rPr lang="en-US" sz="1000" b="1" kern="0" dirty="0">
                <a:solidFill>
                  <a:srgbClr val="00338D"/>
                </a:solidFill>
                <a:latin typeface="Univers for KPMG" panose="020B0603020202020204"/>
                <a:cs typeface="Calibri" panose="020F0502020204030204" pitchFamily="34" charset="0"/>
              </a:rPr>
              <a:t>Education, Licenses &amp; Certifications</a:t>
            </a:r>
          </a:p>
          <a:p>
            <a:pPr marL="120165" lvl="1" indent="-118700" defTabSz="844083">
              <a:buClr>
                <a:srgbClr val="97989A"/>
              </a:buClr>
              <a:buSzPct val="80000"/>
              <a:buFont typeface="Wingdings" pitchFamily="2" charset="2"/>
              <a:buChar char="n"/>
              <a:tabLst>
                <a:tab pos="274034" algn="l"/>
              </a:tabLst>
              <a:defRPr/>
            </a:pPr>
            <a:r>
              <a:rPr lang="en-US" sz="1000" kern="0" dirty="0">
                <a:solidFill>
                  <a:srgbClr val="000000"/>
                </a:solidFill>
                <a:latin typeface="Univers for KPMG" panose="020B0603020202020204"/>
                <a:cs typeface="Calibri" panose="020F0502020204030204" pitchFamily="34" charset="0"/>
              </a:rPr>
              <a:t>Bachelors of Technology  (CS)</a:t>
            </a:r>
          </a:p>
          <a:p>
            <a:pPr marL="120165" lvl="1" indent="-118700" defTabSz="844083">
              <a:buClr>
                <a:srgbClr val="97989A"/>
              </a:buClr>
              <a:buSzPct val="80000"/>
              <a:buFont typeface="Wingdings" pitchFamily="2" charset="2"/>
              <a:buChar char="n"/>
              <a:tabLst>
                <a:tab pos="274034" algn="l"/>
              </a:tabLst>
              <a:defRPr/>
            </a:pPr>
            <a:r>
              <a:rPr lang="en-US" sz="1000" kern="0" dirty="0" err="1">
                <a:solidFill>
                  <a:srgbClr val="000000"/>
                </a:solidFill>
                <a:latin typeface="Univers for KPMG" panose="020B0603020202020204"/>
                <a:cs typeface="Calibri" panose="020F0502020204030204" pitchFamily="34" charset="0"/>
              </a:rPr>
              <a:t>Hackerrank</a:t>
            </a:r>
            <a:r>
              <a:rPr lang="en-US" sz="1000" kern="0" dirty="0">
                <a:solidFill>
                  <a:srgbClr val="000000"/>
                </a:solidFill>
                <a:latin typeface="Univers for KPMG" panose="020B0603020202020204"/>
                <a:cs typeface="Calibri" panose="020F0502020204030204" pitchFamily="34" charset="0"/>
              </a:rPr>
              <a:t> – 5 * in Python and Problem Solving.</a:t>
            </a:r>
          </a:p>
          <a:p>
            <a:pPr marL="1465" lvl="1" defTabSz="844083">
              <a:buClr>
                <a:srgbClr val="97989A"/>
              </a:buClr>
              <a:buSzPct val="80000"/>
              <a:tabLst>
                <a:tab pos="274034" algn="l"/>
              </a:tabLst>
              <a:defRPr/>
            </a:pPr>
            <a:endParaRPr lang="en-US" sz="1000" kern="0" dirty="0">
              <a:solidFill>
                <a:srgbClr val="000000"/>
              </a:solidFill>
              <a:latin typeface="Univers for KPMG" panose="020B0603020202020204"/>
              <a:cs typeface="Calibri" panose="020F0502020204030204" pitchFamily="34" charset="0"/>
            </a:endParaRPr>
          </a:p>
          <a:p>
            <a:pPr defTabSz="844083" eaLnBrk="0" hangingPunct="0">
              <a:tabLst>
                <a:tab pos="274034" algn="l"/>
              </a:tabLst>
              <a:defRPr/>
            </a:pPr>
            <a:r>
              <a:rPr lang="en-US" sz="1000" b="1" kern="0" dirty="0">
                <a:solidFill>
                  <a:srgbClr val="00338D"/>
                </a:solidFill>
                <a:latin typeface="Univers for KPMG" panose="020B0603020202020204"/>
                <a:cs typeface="Calibri" panose="020F0502020204030204" pitchFamily="34" charset="0"/>
              </a:rPr>
              <a:t>Awards and Accolades</a:t>
            </a:r>
          </a:p>
          <a:p>
            <a:pPr marL="120165" lvl="1" indent="-118700" defTabSz="844083">
              <a:buClr>
                <a:srgbClr val="97989A"/>
              </a:buClr>
              <a:buSzPct val="80000"/>
              <a:buFont typeface="Wingdings" pitchFamily="2" charset="2"/>
              <a:buChar char="n"/>
              <a:tabLst>
                <a:tab pos="274034" algn="l"/>
              </a:tabLst>
              <a:defRPr/>
            </a:pPr>
            <a:r>
              <a:rPr lang="en-US" sz="1000" kern="0" dirty="0">
                <a:solidFill>
                  <a:srgbClr val="000000"/>
                </a:solidFill>
                <a:latin typeface="Univers for KPMG" panose="020B0603020202020204"/>
                <a:cs typeface="Calibri" panose="020F0502020204030204" pitchFamily="34" charset="0"/>
              </a:rPr>
              <a:t>Kudos – KPMG (March 2023)</a:t>
            </a:r>
          </a:p>
          <a:p>
            <a:pPr marL="120165" lvl="1" indent="-118700" defTabSz="844083">
              <a:buClr>
                <a:srgbClr val="97989A"/>
              </a:buClr>
              <a:buSzPct val="80000"/>
              <a:buFont typeface="Wingdings" pitchFamily="2" charset="2"/>
              <a:buChar char="n"/>
              <a:tabLst>
                <a:tab pos="274034" algn="l"/>
              </a:tabLst>
              <a:defRPr/>
            </a:pPr>
            <a:r>
              <a:rPr lang="en-US" sz="1000" kern="0" dirty="0">
                <a:solidFill>
                  <a:srgbClr val="000000"/>
                </a:solidFill>
                <a:latin typeface="Univers for KPMG" panose="020B0603020202020204"/>
                <a:cs typeface="Calibri" panose="020F0502020204030204" pitchFamily="34" charset="0"/>
              </a:rPr>
              <a:t>Rising Star – KPMG (Dec 2021)</a:t>
            </a:r>
          </a:p>
          <a:p>
            <a:pPr marL="120165" lvl="1" indent="-118700" defTabSz="844083">
              <a:buClr>
                <a:srgbClr val="97989A"/>
              </a:buClr>
              <a:buSzPct val="80000"/>
              <a:buFont typeface="Wingdings" pitchFamily="2" charset="2"/>
              <a:buChar char="n"/>
              <a:tabLst>
                <a:tab pos="274034" algn="l"/>
              </a:tabLst>
              <a:defRPr/>
            </a:pPr>
            <a:r>
              <a:rPr lang="en-US" sz="1000" kern="0" dirty="0">
                <a:solidFill>
                  <a:srgbClr val="000000"/>
                </a:solidFill>
                <a:latin typeface="Univers for KPMG" panose="020B0603020202020204"/>
                <a:cs typeface="Calibri" panose="020F0502020204030204" pitchFamily="34" charset="0"/>
              </a:rPr>
              <a:t>Achieved 1</a:t>
            </a:r>
            <a:r>
              <a:rPr lang="en-US" sz="1000" kern="0" baseline="30000" dirty="0">
                <a:solidFill>
                  <a:srgbClr val="000000"/>
                </a:solidFill>
                <a:latin typeface="Univers for KPMG" panose="020B0603020202020204"/>
                <a:cs typeface="Calibri" panose="020F0502020204030204" pitchFamily="34" charset="0"/>
              </a:rPr>
              <a:t>st</a:t>
            </a:r>
            <a:r>
              <a:rPr lang="en-US" sz="1000" kern="0" dirty="0">
                <a:solidFill>
                  <a:srgbClr val="000000"/>
                </a:solidFill>
                <a:latin typeface="Univers for KPMG" panose="020B0603020202020204"/>
                <a:cs typeface="Calibri" panose="020F0502020204030204" pitchFamily="34" charset="0"/>
              </a:rPr>
              <a:t>  rank in State Level Spell Bee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DC25DBC-4FD1-FA88-7833-F47EE4AF7AC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4076" y="1079796"/>
            <a:ext cx="1267369" cy="1529659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E98FD351-DCB3-5E67-700D-2531A16FD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076" y="226011"/>
            <a:ext cx="10765337" cy="533400"/>
          </a:xfrm>
        </p:spPr>
        <p:txBody>
          <a:bodyPr/>
          <a:lstStyle/>
          <a:p>
            <a:r>
              <a:rPr lang="en-US" dirty="0"/>
              <a:t>Rishabh Tripathi, Associate Consultant</a:t>
            </a:r>
          </a:p>
        </p:txBody>
      </p:sp>
    </p:spTree>
    <p:extLst>
      <p:ext uri="{BB962C8B-B14F-4D97-AF65-F5344CB8AC3E}">
        <p14:creationId xmlns:p14="http://schemas.microsoft.com/office/powerpoint/2010/main" val="297792579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REATEDBY" val="Global PowerPoint Toolbar"/>
  <p:tag name="TOOLBARVERSION" val="5.1"/>
  <p:tag name="TYPE" val="ScreenWide"/>
  <p:tag name="KEYWORD" val="SCREENWIDE"/>
  <p:tag name="TEMPLATEVERSION" val="12/02/2016 22:29:4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DV_TOP" val="519.9135"/>
  <p:tag name="ADV_LEFT" val="175.979"/>
  <p:tag name="ADV_HEIGHT" val="29.19685"/>
  <p:tag name="ADV_WIDTH" val="610.7717"/>
  <p:tag name="ADV_COPYRIGHT" val="TRUE"/>
</p:tagLst>
</file>

<file path=ppt/theme/theme1.xml><?xml version="1.0" encoding="utf-8"?>
<a:theme xmlns:a="http://schemas.openxmlformats.org/drawingml/2006/main" name="KPMG_Widescreen_16:9 02/02/2016">
  <a:themeElements>
    <a:clrScheme name="New KPMG Colours">
      <a:dk1>
        <a:srgbClr val="000000"/>
      </a:dk1>
      <a:lt1>
        <a:sysClr val="window" lastClr="FFFFFF"/>
      </a:lt1>
      <a:dk2>
        <a:srgbClr val="00338D"/>
      </a:dk2>
      <a:lt2>
        <a:srgbClr val="005EB8"/>
      </a:lt2>
      <a:accent1>
        <a:srgbClr val="0091DA"/>
      </a:accent1>
      <a:accent2>
        <a:srgbClr val="483698"/>
      </a:accent2>
      <a:accent3>
        <a:srgbClr val="470A68"/>
      </a:accent3>
      <a:accent4>
        <a:srgbClr val="6D2077"/>
      </a:accent4>
      <a:accent5>
        <a:srgbClr val="00A3A1"/>
      </a:accent5>
      <a:accent6>
        <a:srgbClr val="C6007E"/>
      </a:accent6>
      <a:hlink>
        <a:srgbClr val="0091DA"/>
      </a:hlink>
      <a:folHlink>
        <a:srgbClr val="0091DA"/>
      </a:folHlink>
    </a:clrScheme>
    <a:fontScheme name="KPMG">
      <a:majorFont>
        <a:latin typeface="KPMG Extralight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lIns="54610" tIns="54610" rIns="54610" bIns="54610" rtlCol="0" anchor="ctr"/>
      <a:lstStyle>
        <a:defPPr algn="l">
          <a:defRPr sz="15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bg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54610" tIns="54610" rIns="54610" bIns="54610" rtlCol="0">
        <a:noAutofit/>
      </a:bodyPr>
      <a:lstStyle>
        <a:defPPr>
          <a:spcAft>
            <a:spcPts val="600"/>
          </a:spcAft>
          <a:defRPr sz="15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KPMG Widescreen Standard Template.potx" id="{6913FBE4-5C9D-48D4-9B13-39B3B1FB023D}" vid="{6372ECA7-2E22-4698-9B67-7946B51B7E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6E1E04C178E2143A6623C19AD70E47B" ma:contentTypeVersion="13" ma:contentTypeDescription="Create a new document." ma:contentTypeScope="" ma:versionID="a5f17b146996533e132c736eea7c834f">
  <xsd:schema xmlns:xsd="http://www.w3.org/2001/XMLSchema" xmlns:xs="http://www.w3.org/2001/XMLSchema" xmlns:p="http://schemas.microsoft.com/office/2006/metadata/properties" xmlns:ns3="0e795e1c-5248-4ec1-b601-7a39428f93c4" xmlns:ns4="61a260c3-bd5c-4574-859f-71217fd5614e" targetNamespace="http://schemas.microsoft.com/office/2006/metadata/properties" ma:root="true" ma:fieldsID="c7e0bf19d97be956df1ee331ccfe688e" ns3:_="" ns4:_="">
    <xsd:import namespace="0e795e1c-5248-4ec1-b601-7a39428f93c4"/>
    <xsd:import namespace="61a260c3-bd5c-4574-859f-71217fd5614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KeyPoints" minOccurs="0"/>
                <xsd:element ref="ns3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795e1c-5248-4ec1-b601-7a39428f93c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Location" ma:index="12" nillable="true" ma:displayName="Location" ma:internalName="MediaServiceLocation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1a260c3-bd5c-4574-859f-71217fd5614e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8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3618EDEA-DC0F-4651-B197-04444F9D32A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BD844EB-9293-4C3D-9DBA-8A2E9F75670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e795e1c-5248-4ec1-b601-7a39428f93c4"/>
    <ds:schemaRef ds:uri="61a260c3-bd5c-4574-859f-71217fd5614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F0F61E3-5C23-48AC-9594-BEAE0C0DD15E}">
  <ds:schemaRefs>
    <ds:schemaRef ds:uri="61a260c3-bd5c-4574-859f-71217fd5614e"/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0e795e1c-5248-4ec1-b601-7a39428f93c4"/>
    <ds:schemaRef ds:uri="http://schemas.microsoft.com/office/2006/metadata/propertie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KPMG Widescreen Standard Template</Template>
  <TotalTime>10547</TotalTime>
  <Words>596</Words>
  <Application>Microsoft Office PowerPoint</Application>
  <PresentationFormat>Widescreen</PresentationFormat>
  <Paragraphs>44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KPMG Extralight</vt:lpstr>
      <vt:lpstr>Univers for KPMG</vt:lpstr>
      <vt:lpstr>Wingdings</vt:lpstr>
      <vt:lpstr>KPMG_Widescreen_16:9 02/02/2016</vt:lpstr>
      <vt:lpstr>Rishabh Tripathi, Associate Consultant</vt:lpstr>
    </vt:vector>
  </TitlesOfParts>
  <Company>KPMG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Wide screen template</dc:title>
  <dc:creator>Beniwal, Bharat</dc:creator>
  <cp:lastModifiedBy>Tripathi, Rishabh</cp:lastModifiedBy>
  <cp:revision>991</cp:revision>
  <dcterms:created xsi:type="dcterms:W3CDTF">2017-06-08T09:06:12Z</dcterms:created>
  <dcterms:modified xsi:type="dcterms:W3CDTF">2023-09-06T18:32:55Z</dcterms:modified>
  <cp:category>KPMG Confidential</cp:category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0x010100F6E1E04C178E2143A6623C19AD70E47B</vt:lpwstr>
  </property>
</Properties>
</file>